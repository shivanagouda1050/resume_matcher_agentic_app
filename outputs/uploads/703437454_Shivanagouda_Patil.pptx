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97684-2221-D1B2-9EB3-0F33524CF73D}" v="2" dt="2025-08-20T12:06:30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l, Shivanagouda" userId="S::703437454@genpact.com::22592090-47e2-4ff3-8fa0-54799f4d4ea6" providerId="AD" clId="Web-{9C706E42-0987-BFBB-2857-962B1B085EB3}"/>
    <pc:docChg chg="modSld">
      <pc:chgData name="Patil, Shivanagouda" userId="S::703437454@genpact.com::22592090-47e2-4ff3-8fa0-54799f4d4ea6" providerId="AD" clId="Web-{9C706E42-0987-BFBB-2857-962B1B085EB3}" dt="2025-07-24T05:09:17.007" v="2" actId="20577"/>
      <pc:docMkLst>
        <pc:docMk/>
      </pc:docMkLst>
      <pc:sldChg chg="modSp">
        <pc:chgData name="Patil, Shivanagouda" userId="S::703437454@genpact.com::22592090-47e2-4ff3-8fa0-54799f4d4ea6" providerId="AD" clId="Web-{9C706E42-0987-BFBB-2857-962B1B085EB3}" dt="2025-07-24T05:09:17.007" v="2" actId="20577"/>
        <pc:sldMkLst>
          <pc:docMk/>
          <pc:sldMk cId="4114210545" sldId="259"/>
        </pc:sldMkLst>
        <pc:spChg chg="mod">
          <ac:chgData name="Patil, Shivanagouda" userId="S::703437454@genpact.com::22592090-47e2-4ff3-8fa0-54799f4d4ea6" providerId="AD" clId="Web-{9C706E42-0987-BFBB-2857-962B1B085EB3}" dt="2025-07-24T05:09:17.007" v="2" actId="20577"/>
          <ac:spMkLst>
            <pc:docMk/>
            <pc:sldMk cId="4114210545" sldId="259"/>
            <ac:spMk id="26" creationId="{48994601-A325-4AE7-81BD-4FEF72A15B0D}"/>
          </ac:spMkLst>
        </pc:spChg>
      </pc:sldChg>
    </pc:docChg>
  </pc:docChgLst>
  <pc:docChgLst>
    <pc:chgData name="Patil, Shivanagouda" userId="S::703437454@genpact.com::22592090-47e2-4ff3-8fa0-54799f4d4ea6" providerId="AD" clId="Web-{8FB97684-2221-D1B2-9EB3-0F33524CF73D}"/>
    <pc:docChg chg="modSld">
      <pc:chgData name="Patil, Shivanagouda" userId="S::703437454@genpact.com::22592090-47e2-4ff3-8fa0-54799f4d4ea6" providerId="AD" clId="Web-{8FB97684-2221-D1B2-9EB3-0F33524CF73D}" dt="2025-08-20T12:06:30.360" v="1" actId="14100"/>
      <pc:docMkLst>
        <pc:docMk/>
      </pc:docMkLst>
      <pc:sldChg chg="modSp">
        <pc:chgData name="Patil, Shivanagouda" userId="S::703437454@genpact.com::22592090-47e2-4ff3-8fa0-54799f4d4ea6" providerId="AD" clId="Web-{8FB97684-2221-D1B2-9EB3-0F33524CF73D}" dt="2025-08-20T12:06:30.360" v="1" actId="14100"/>
        <pc:sldMkLst>
          <pc:docMk/>
          <pc:sldMk cId="4114210545" sldId="259"/>
        </pc:sldMkLst>
        <pc:spChg chg="mod">
          <ac:chgData name="Patil, Shivanagouda" userId="S::703437454@genpact.com::22592090-47e2-4ff3-8fa0-54799f4d4ea6" providerId="AD" clId="Web-{8FB97684-2221-D1B2-9EB3-0F33524CF73D}" dt="2025-08-20T12:06:30.360" v="1" actId="14100"/>
          <ac:spMkLst>
            <pc:docMk/>
            <pc:sldMk cId="4114210545" sldId="259"/>
            <ac:spMk id="12" creationId="{00000000-0000-0000-0000-000000000000}"/>
          </ac:spMkLst>
        </pc:spChg>
      </pc:sldChg>
    </pc:docChg>
  </pc:docChgLst>
  <pc:docChgLst>
    <pc:chgData name="Patil, Shivanagouda" userId="S::703437454@genpact.com::22592090-47e2-4ff3-8fa0-54799f4d4ea6" providerId="AD" clId="Web-{18453311-2C4E-656A-4F46-431591226F80}"/>
    <pc:docChg chg="modSld">
      <pc:chgData name="Patil, Shivanagouda" userId="S::703437454@genpact.com::22592090-47e2-4ff3-8fa0-54799f4d4ea6" providerId="AD" clId="Web-{18453311-2C4E-656A-4F46-431591226F80}" dt="2025-07-22T10:19:08.428" v="477" actId="20577"/>
      <pc:docMkLst>
        <pc:docMk/>
      </pc:docMkLst>
      <pc:sldChg chg="delSp modSp">
        <pc:chgData name="Patil, Shivanagouda" userId="S::703437454@genpact.com::22592090-47e2-4ff3-8fa0-54799f4d4ea6" providerId="AD" clId="Web-{18453311-2C4E-656A-4F46-431591226F80}" dt="2025-07-22T10:19:08.428" v="477" actId="20577"/>
        <pc:sldMkLst>
          <pc:docMk/>
          <pc:sldMk cId="4114210545" sldId="259"/>
        </pc:sldMkLst>
        <pc:spChg chg="mod">
          <ac:chgData name="Patil, Shivanagouda" userId="S::703437454@genpact.com::22592090-47e2-4ff3-8fa0-54799f4d4ea6" providerId="AD" clId="Web-{18453311-2C4E-656A-4F46-431591226F80}" dt="2025-07-22T06:35:42.841" v="14" actId="20577"/>
          <ac:spMkLst>
            <pc:docMk/>
            <pc:sldMk cId="4114210545" sldId="259"/>
            <ac:spMk id="12" creationId="{00000000-0000-0000-0000-000000000000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07:35:03.084" v="467" actId="20577"/>
          <ac:spMkLst>
            <pc:docMk/>
            <pc:sldMk cId="4114210545" sldId="259"/>
            <ac:spMk id="26" creationId="{48994601-A325-4AE7-81BD-4FEF72A15B0D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07:35:05.975" v="468" actId="1076"/>
          <ac:spMkLst>
            <pc:docMk/>
            <pc:sldMk cId="4114210545" sldId="259"/>
            <ac:spMk id="29" creationId="{344624AE-9802-425C-8D53-796D9034301D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06:35:46.935" v="16" actId="20577"/>
          <ac:spMkLst>
            <pc:docMk/>
            <pc:sldMk cId="4114210545" sldId="259"/>
            <ac:spMk id="32" creationId="{00000000-0000-0000-0000-000000000000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10:19:00.459" v="476" actId="20577"/>
          <ac:spMkLst>
            <pc:docMk/>
            <pc:sldMk cId="4114210545" sldId="259"/>
            <ac:spMk id="40" creationId="{00000000-0000-0000-0000-000000000000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07:21:50.931" v="313" actId="20577"/>
          <ac:spMkLst>
            <pc:docMk/>
            <pc:sldMk cId="4114210545" sldId="259"/>
            <ac:spMk id="62" creationId="{F210E2B2-CC12-4123-8557-AAE166F9A2AE}"/>
          </ac:spMkLst>
        </pc:spChg>
        <pc:spChg chg="mod">
          <ac:chgData name="Patil, Shivanagouda" userId="S::703437454@genpact.com::22592090-47e2-4ff3-8fa0-54799f4d4ea6" providerId="AD" clId="Web-{18453311-2C4E-656A-4F46-431591226F80}" dt="2025-07-22T10:19:08.428" v="477" actId="20577"/>
          <ac:spMkLst>
            <pc:docMk/>
            <pc:sldMk cId="4114210545" sldId="259"/>
            <ac:spMk id="68" creationId="{F3CAA870-E53B-4894-A38F-81E8FD1D51E4}"/>
          </ac:spMkLst>
        </pc:spChg>
      </pc:sldChg>
    </pc:docChg>
  </pc:docChgLst>
  <pc:docChgLst>
    <pc:chgData name="Mukherjee, Suchismita" userId="S::703343616@genpact.com::0be5efe0-a7a4-4137-b85f-f93ee54fa98f" providerId="AD" clId="Web-{A4ECBBC0-4A00-484D-81C2-21895E205885}"/>
    <pc:docChg chg="modSld">
      <pc:chgData name="Mukherjee, Suchismita" userId="S::703343616@genpact.com::0be5efe0-a7a4-4137-b85f-f93ee54fa98f" providerId="AD" clId="Web-{A4ECBBC0-4A00-484D-81C2-21895E205885}" dt="2025-02-24T08:49:34.203" v="0" actId="20577"/>
      <pc:docMkLst>
        <pc:docMk/>
      </pc:docMkLst>
      <pc:sldChg chg="modSp">
        <pc:chgData name="Mukherjee, Suchismita" userId="S::703343616@genpact.com::0be5efe0-a7a4-4137-b85f-f93ee54fa98f" providerId="AD" clId="Web-{A4ECBBC0-4A00-484D-81C2-21895E205885}" dt="2025-02-24T08:49:34.203" v="0" actId="20577"/>
        <pc:sldMkLst>
          <pc:docMk/>
          <pc:sldMk cId="4114210545" sldId="259"/>
        </pc:sldMkLst>
      </pc:sldChg>
    </pc:docChg>
  </pc:docChgLst>
  <pc:docChgLst>
    <pc:chgData name="Patil, Shivanagouda" userId="S::703437454@genpact.com::22592090-47e2-4ff3-8fa0-54799f4d4ea6" providerId="AD" clId="Web-{70AC7FFB-2120-C318-49DF-A1F34C8B65FA}"/>
    <pc:docChg chg="modSld">
      <pc:chgData name="Patil, Shivanagouda" userId="S::703437454@genpact.com::22592090-47e2-4ff3-8fa0-54799f4d4ea6" providerId="AD" clId="Web-{70AC7FFB-2120-C318-49DF-A1F34C8B65FA}" dt="2025-07-24T05:08:13.128" v="200" actId="14100"/>
      <pc:docMkLst>
        <pc:docMk/>
      </pc:docMkLst>
      <pc:sldChg chg="addSp delSp modSp">
        <pc:chgData name="Patil, Shivanagouda" userId="S::703437454@genpact.com::22592090-47e2-4ff3-8fa0-54799f4d4ea6" providerId="AD" clId="Web-{70AC7FFB-2120-C318-49DF-A1F34C8B65FA}" dt="2025-07-24T05:08:13.128" v="200" actId="14100"/>
        <pc:sldMkLst>
          <pc:docMk/>
          <pc:sldMk cId="4114210545" sldId="259"/>
        </pc:sldMkLst>
        <pc:spChg chg="add del">
          <ac:chgData name="Patil, Shivanagouda" userId="S::703437454@genpact.com::22592090-47e2-4ff3-8fa0-54799f4d4ea6" providerId="AD" clId="Web-{70AC7FFB-2120-C318-49DF-A1F34C8B65FA}" dt="2025-07-24T04:56:13.070" v="54"/>
          <ac:spMkLst>
            <pc:docMk/>
            <pc:sldMk cId="4114210545" sldId="259"/>
            <ac:spMk id="2" creationId="{00000000-0000-0000-0000-000000000000}"/>
          </ac:spMkLst>
        </pc:spChg>
        <pc:spChg chg="del mod">
          <ac:chgData name="Patil, Shivanagouda" userId="S::703437454@genpact.com::22592090-47e2-4ff3-8fa0-54799f4d4ea6" providerId="AD" clId="Web-{70AC7FFB-2120-C318-49DF-A1F34C8B65FA}" dt="2025-07-24T04:55:50.445" v="49"/>
          <ac:spMkLst>
            <pc:docMk/>
            <pc:sldMk cId="4114210545" sldId="259"/>
            <ac:spMk id="4" creationId="{45DF4289-3A28-42EE-DDE5-E91FFE9D1286}"/>
          </ac:spMkLst>
        </pc:spChg>
        <pc:spChg chg="add del mod">
          <ac:chgData name="Patil, Shivanagouda" userId="S::703437454@genpact.com::22592090-47e2-4ff3-8fa0-54799f4d4ea6" providerId="AD" clId="Web-{70AC7FFB-2120-C318-49DF-A1F34C8B65FA}" dt="2025-07-24T05:04:10.828" v="143"/>
          <ac:spMkLst>
            <pc:docMk/>
            <pc:sldMk cId="4114210545" sldId="259"/>
            <ac:spMk id="6" creationId="{3A0B18CD-2DE2-93A3-C5E3-5A53888CFFAB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4:55:56.414" v="50" actId="14100"/>
          <ac:spMkLst>
            <pc:docMk/>
            <pc:sldMk cId="4114210545" sldId="259"/>
            <ac:spMk id="8" creationId="{00000000-0000-0000-0000-000000000000}"/>
          </ac:spMkLst>
        </pc:spChg>
        <pc:spChg chg="add del">
          <ac:chgData name="Patil, Shivanagouda" userId="S::703437454@genpact.com::22592090-47e2-4ff3-8fa0-54799f4d4ea6" providerId="AD" clId="Web-{70AC7FFB-2120-C318-49DF-A1F34C8B65FA}" dt="2025-07-24T04:56:22.242" v="57"/>
          <ac:spMkLst>
            <pc:docMk/>
            <pc:sldMk cId="4114210545" sldId="259"/>
            <ac:spMk id="10" creationId="{00000000-0000-0000-0000-000000000000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4:56:53.587" v="64" actId="20577"/>
          <ac:spMkLst>
            <pc:docMk/>
            <pc:sldMk cId="4114210545" sldId="259"/>
            <ac:spMk id="12" creationId="{00000000-0000-0000-0000-000000000000}"/>
          </ac:spMkLst>
        </pc:spChg>
        <pc:spChg chg="del mod">
          <ac:chgData name="Patil, Shivanagouda" userId="S::703437454@genpact.com::22592090-47e2-4ff3-8fa0-54799f4d4ea6" providerId="AD" clId="Web-{70AC7FFB-2120-C318-49DF-A1F34C8B65FA}" dt="2025-07-24T05:06:39.924" v="176"/>
          <ac:spMkLst>
            <pc:docMk/>
            <pc:sldMk cId="4114210545" sldId="259"/>
            <ac:spMk id="22" creationId="{EAF7BD03-A488-4C83-ADA2-9E15338320AF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5:08:13.128" v="200" actId="14100"/>
          <ac:spMkLst>
            <pc:docMk/>
            <pc:sldMk cId="4114210545" sldId="259"/>
            <ac:spMk id="26" creationId="{48994601-A325-4AE7-81BD-4FEF72A15B0D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5:08:07.097" v="198" actId="1076"/>
          <ac:spMkLst>
            <pc:docMk/>
            <pc:sldMk cId="4114210545" sldId="259"/>
            <ac:spMk id="29" creationId="{344624AE-9802-425C-8D53-796D9034301D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4:56:57.977" v="67" actId="20577"/>
          <ac:spMkLst>
            <pc:docMk/>
            <pc:sldMk cId="4114210545" sldId="259"/>
            <ac:spMk id="32" creationId="{00000000-0000-0000-0000-000000000000}"/>
          </ac:spMkLst>
        </pc:spChg>
        <pc:spChg chg="add del mod">
          <ac:chgData name="Patil, Shivanagouda" userId="S::703437454@genpact.com::22592090-47e2-4ff3-8fa0-54799f4d4ea6" providerId="AD" clId="Web-{70AC7FFB-2120-C318-49DF-A1F34C8B65FA}" dt="2025-07-24T05:05:41.423" v="167" actId="20577"/>
          <ac:spMkLst>
            <pc:docMk/>
            <pc:sldMk cId="4114210545" sldId="259"/>
            <ac:spMk id="40" creationId="{00000000-0000-0000-0000-000000000000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4:58:38.698" v="79" actId="20577"/>
          <ac:spMkLst>
            <pc:docMk/>
            <pc:sldMk cId="4114210545" sldId="259"/>
            <ac:spMk id="62" creationId="{F210E2B2-CC12-4123-8557-AAE166F9A2AE}"/>
          </ac:spMkLst>
        </pc:spChg>
        <pc:spChg chg="del">
          <ac:chgData name="Patil, Shivanagouda" userId="S::703437454@genpact.com::22592090-47e2-4ff3-8fa0-54799f4d4ea6" providerId="AD" clId="Web-{70AC7FFB-2120-C318-49DF-A1F34C8B65FA}" dt="2025-07-24T04:50:15.127" v="4"/>
          <ac:spMkLst>
            <pc:docMk/>
            <pc:sldMk cId="4114210545" sldId="259"/>
            <ac:spMk id="63" creationId="{6E400936-0AF8-4073-A60D-888932F9E10F}"/>
          </ac:spMkLst>
        </pc:spChg>
        <pc:spChg chg="mod">
          <ac:chgData name="Patil, Shivanagouda" userId="S::703437454@genpact.com::22592090-47e2-4ff3-8fa0-54799f4d4ea6" providerId="AD" clId="Web-{70AC7FFB-2120-C318-49DF-A1F34C8B65FA}" dt="2025-07-24T04:58:17.838" v="73" actId="20577"/>
          <ac:spMkLst>
            <pc:docMk/>
            <pc:sldMk cId="4114210545" sldId="259"/>
            <ac:spMk id="68" creationId="{F3CAA870-E53B-4894-A38F-81E8FD1D51E4}"/>
          </ac:spMkLst>
        </pc:spChg>
        <pc:picChg chg="add mod">
          <ac:chgData name="Patil, Shivanagouda" userId="S::703437454@genpact.com::22592090-47e2-4ff3-8fa0-54799f4d4ea6" providerId="AD" clId="Web-{70AC7FFB-2120-C318-49DF-A1F34C8B65FA}" dt="2025-07-24T04:56:40.680" v="61" actId="1076"/>
          <ac:picMkLst>
            <pc:docMk/>
            <pc:sldMk cId="4114210545" sldId="259"/>
            <ac:picMk id="3" creationId="{F4D8510B-578E-554F-6043-64670190680A}"/>
          </ac:picMkLst>
        </pc:picChg>
        <pc:cxnChg chg="add mod">
          <ac:chgData name="Patil, Shivanagouda" userId="S::703437454@genpact.com::22592090-47e2-4ff3-8fa0-54799f4d4ea6" providerId="AD" clId="Web-{70AC7FFB-2120-C318-49DF-A1F34C8B65FA}" dt="2025-07-24T04:59:17.745" v="85" actId="14100"/>
          <ac:cxnSpMkLst>
            <pc:docMk/>
            <pc:sldMk cId="4114210545" sldId="259"/>
            <ac:cxnSpMk id="5" creationId="{1E2CE377-485D-1207-FAAA-B51A4FF609B9}"/>
          </ac:cxnSpMkLst>
        </pc:cxnChg>
        <pc:cxnChg chg="add del mod">
          <ac:chgData name="Patil, Shivanagouda" userId="S::703437454@genpact.com::22592090-47e2-4ff3-8fa0-54799f4d4ea6" providerId="AD" clId="Web-{70AC7FFB-2120-C318-49DF-A1F34C8B65FA}" dt="2025-07-24T04:50:11.783" v="3" actId="1076"/>
          <ac:cxnSpMkLst>
            <pc:docMk/>
            <pc:sldMk cId="4114210545" sldId="259"/>
            <ac:cxnSpMk id="64" creationId="{C7623744-58E2-4541-A0D5-D2FD801DFBE1}"/>
          </ac:cxnSpMkLst>
        </pc:cxnChg>
      </pc:sldChg>
    </pc:docChg>
  </pc:docChgLst>
  <pc:docChgLst>
    <pc:chgData name="Patil, Shivanagouda" userId="S::703437454@genpact.com::22592090-47e2-4ff3-8fa0-54799f4d4ea6" providerId="AD" clId="Web-{9F5B7C4A-D7DE-FC43-EB29-A00811D4B850}"/>
    <pc:docChg chg="modSld">
      <pc:chgData name="Patil, Shivanagouda" userId="S::703437454@genpact.com::22592090-47e2-4ff3-8fa0-54799f4d4ea6" providerId="AD" clId="Web-{9F5B7C4A-D7DE-FC43-EB29-A00811D4B850}" dt="2025-07-24T05:17:55.220" v="132" actId="14100"/>
      <pc:docMkLst>
        <pc:docMk/>
      </pc:docMkLst>
      <pc:sldChg chg="addSp modSp">
        <pc:chgData name="Patil, Shivanagouda" userId="S::703437454@genpact.com::22592090-47e2-4ff3-8fa0-54799f4d4ea6" providerId="AD" clId="Web-{9F5B7C4A-D7DE-FC43-EB29-A00811D4B850}" dt="2025-07-24T05:17:55.220" v="132" actId="14100"/>
        <pc:sldMkLst>
          <pc:docMk/>
          <pc:sldMk cId="4114210545" sldId="259"/>
        </pc:sldMkLst>
        <pc:spChg chg="add mod">
          <ac:chgData name="Patil, Shivanagouda" userId="S::703437454@genpact.com::22592090-47e2-4ff3-8fa0-54799f4d4ea6" providerId="AD" clId="Web-{9F5B7C4A-D7DE-FC43-EB29-A00811D4B850}" dt="2025-07-24T05:16:33.407" v="123" actId="1076"/>
          <ac:spMkLst>
            <pc:docMk/>
            <pc:sldMk cId="4114210545" sldId="259"/>
            <ac:spMk id="4" creationId="{F5ED04C3-8889-7CEC-B732-AB89BDBA6688}"/>
          </ac:spMkLst>
        </pc:spChg>
        <pc:spChg chg="mod">
          <ac:chgData name="Patil, Shivanagouda" userId="S::703437454@genpact.com::22592090-47e2-4ff3-8fa0-54799f4d4ea6" providerId="AD" clId="Web-{9F5B7C4A-D7DE-FC43-EB29-A00811D4B850}" dt="2025-07-24T05:17:55.220" v="132" actId="14100"/>
          <ac:spMkLst>
            <pc:docMk/>
            <pc:sldMk cId="4114210545" sldId="259"/>
            <ac:spMk id="26" creationId="{48994601-A325-4AE7-81BD-4FEF72A15B0D}"/>
          </ac:spMkLst>
        </pc:spChg>
        <pc:spChg chg="mod">
          <ac:chgData name="Patil, Shivanagouda" userId="S::703437454@genpact.com::22592090-47e2-4ff3-8fa0-54799f4d4ea6" providerId="AD" clId="Web-{9F5B7C4A-D7DE-FC43-EB29-A00811D4B850}" dt="2025-07-24T05:17:08.110" v="128" actId="1076"/>
          <ac:spMkLst>
            <pc:docMk/>
            <pc:sldMk cId="4114210545" sldId="259"/>
            <ac:spMk id="29" creationId="{344624AE-9802-425C-8D53-796D9034301D}"/>
          </ac:spMkLst>
        </pc:spChg>
        <pc:spChg chg="mod">
          <ac:chgData name="Patil, Shivanagouda" userId="S::703437454@genpact.com::22592090-47e2-4ff3-8fa0-54799f4d4ea6" providerId="AD" clId="Web-{9F5B7C4A-D7DE-FC43-EB29-A00811D4B850}" dt="2025-07-24T05:10:56.434" v="14" actId="1076"/>
          <ac:spMkLst>
            <pc:docMk/>
            <pc:sldMk cId="4114210545" sldId="259"/>
            <ac:spMk id="40" creationId="{00000000-0000-0000-0000-000000000000}"/>
          </ac:spMkLst>
        </pc:spChg>
        <pc:spChg chg="mod">
          <ac:chgData name="Patil, Shivanagouda" userId="S::703437454@genpact.com::22592090-47e2-4ff3-8fa0-54799f4d4ea6" providerId="AD" clId="Web-{9F5B7C4A-D7DE-FC43-EB29-A00811D4B850}" dt="2025-07-24T05:13:35.921" v="58" actId="20577"/>
          <ac:spMkLst>
            <pc:docMk/>
            <pc:sldMk cId="4114210545" sldId="259"/>
            <ac:spMk id="62" creationId="{F210E2B2-CC12-4123-8557-AAE166F9A2AE}"/>
          </ac:spMkLst>
        </pc:spChg>
        <pc:cxnChg chg="mod">
          <ac:chgData name="Patil, Shivanagouda" userId="S::703437454@genpact.com::22592090-47e2-4ff3-8fa0-54799f4d4ea6" providerId="AD" clId="Web-{9F5B7C4A-D7DE-FC43-EB29-A00811D4B850}" dt="2025-07-24T05:10:48.012" v="13" actId="1076"/>
          <ac:cxnSpMkLst>
            <pc:docMk/>
            <pc:sldMk cId="4114210545" sldId="259"/>
            <ac:cxnSpMk id="5" creationId="{1E2CE377-485D-1207-FAAA-B51A4FF609B9}"/>
          </ac:cxnSpMkLst>
        </pc:cxnChg>
        <pc:cxnChg chg="mod">
          <ac:chgData name="Patil, Shivanagouda" userId="S::703437454@genpact.com::22592090-47e2-4ff3-8fa0-54799f4d4ea6" providerId="AD" clId="Web-{9F5B7C4A-D7DE-FC43-EB29-A00811D4B850}" dt="2025-07-24T05:10:47.981" v="12" actId="1076"/>
          <ac:cxnSpMkLst>
            <pc:docMk/>
            <pc:sldMk cId="4114210545" sldId="259"/>
            <ac:cxnSpMk id="33" creationId="{448A94C6-A081-416D-ABCE-6FFF241AE7C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939A4-7C0B-4CF0-9074-998F20A0A38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0787F-B331-46D2-90B2-A2EEACFA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6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Profile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9718DD-4AAF-4D8A-BA7D-B91CCB27E3C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37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838"/>
            <a:ext cx="12209991" cy="6869837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6914" y="437584"/>
            <a:ext cx="2703286" cy="1205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 txBox="1">
            <a:spLocks/>
          </p:cNvSpPr>
          <p:nvPr userDrawn="1"/>
        </p:nvSpPr>
        <p:spPr>
          <a:xfrm>
            <a:off x="457200" y="6408032"/>
            <a:ext cx="5129684" cy="25623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8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rPr>
              <a:t>© 2020 Copyright Genpact.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30600" y="2507346"/>
            <a:ext cx="8229600" cy="1302654"/>
          </a:xfrm>
          <a:prstGeom prst="rect">
            <a:avLst/>
          </a:prstGeom>
        </p:spPr>
        <p:txBody>
          <a:bodyPr lIns="0"/>
          <a:lstStyle>
            <a:lvl1pPr>
              <a:defRPr kumimoji="0" lang="en-US" sz="4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title text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7648" y="4175579"/>
            <a:ext cx="6331832" cy="1828800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defRPr sz="2000">
                <a:solidFill>
                  <a:schemeClr val="tx1"/>
                </a:solidFill>
                <a:latin typeface="+mj-lt"/>
              </a:defRPr>
            </a:lvl1pPr>
            <a:lvl2pPr algn="l">
              <a:defRPr/>
            </a:lvl2pPr>
          </a:lstStyle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527648" y="2008094"/>
            <a:ext cx="6722417" cy="381000"/>
          </a:xfrm>
          <a:prstGeom prst="rect">
            <a:avLst/>
          </a:prstGeom>
        </p:spPr>
        <p:txBody>
          <a:bodyPr lIns="0"/>
          <a:lstStyle>
            <a:lvl1pPr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0674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76250"/>
            <a:ext cx="8534400" cy="554038"/>
          </a:xfrm>
          <a:prstGeom prst="rect">
            <a:avLst/>
          </a:prstGeom>
        </p:spPr>
        <p:txBody>
          <a:bodyPr lIns="0"/>
          <a:lstStyle>
            <a:lvl1pPr>
              <a:defRPr lang="en-US" sz="3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Agenda opt 3</a:t>
            </a:r>
          </a:p>
        </p:txBody>
      </p:sp>
    </p:spTree>
    <p:extLst>
      <p:ext uri="{BB962C8B-B14F-4D97-AF65-F5344CB8AC3E}">
        <p14:creationId xmlns:p14="http://schemas.microsoft.com/office/powerpoint/2010/main" val="315619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6" y="0"/>
            <a:ext cx="12188948" cy="6872512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593" y="2533650"/>
            <a:ext cx="6469606" cy="14478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4800">
                <a:solidFill>
                  <a:schemeClr val="bg1"/>
                </a:solidFill>
              </a:rPr>
              <a:t>Divider slide options 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61924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0347" y="0"/>
            <a:ext cx="5210123" cy="6872508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lIns="0" anchor="ctr"/>
          <a:lstStyle>
            <a:lvl1pPr>
              <a:defRPr sz="1800">
                <a:solidFill>
                  <a:srgbClr val="073262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Subtitle, if needed</a:t>
            </a:r>
            <a:endParaRPr lang="en-IN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74118" y="2693894"/>
            <a:ext cx="7069682" cy="1143000"/>
          </a:xfrm>
          <a:prstGeom prst="rect">
            <a:avLst/>
          </a:prstGeom>
        </p:spPr>
        <p:txBody>
          <a:bodyPr lIns="0" anchor="ctr"/>
          <a:lstStyle>
            <a:lvl1pPr>
              <a:defRPr lang="en-US" sz="4800" dirty="0">
                <a:solidFill>
                  <a:srgbClr val="07326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Divider slide options</a:t>
            </a:r>
            <a:br>
              <a:rPr lang="en-US"/>
            </a:br>
            <a:r>
              <a:rPr lang="en-US"/>
              <a:t>Lorem ipsum dolor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DCBE3F-9CE8-4FAC-94F4-2B6FBE706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916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5038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482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112994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b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0744" y="29027"/>
            <a:ext cx="11299456" cy="353109"/>
          </a:xfrm>
          <a:prstGeom prst="rect">
            <a:avLst/>
          </a:prstGeom>
        </p:spPr>
        <p:txBody>
          <a:bodyPr lIns="0"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427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lIns="0"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82600" y="29028"/>
            <a:ext cx="6604000" cy="228600"/>
          </a:xfrm>
          <a:prstGeom prst="rect">
            <a:avLst/>
          </a:prstGeom>
        </p:spPr>
        <p:txBody>
          <a:bodyPr l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0744" y="469900"/>
            <a:ext cx="11299456" cy="533400"/>
          </a:xfrm>
          <a:prstGeom prst="rect">
            <a:avLst/>
          </a:prstGeom>
        </p:spPr>
        <p:txBody>
          <a:bodyPr lIns="0" anchor="ctr"/>
          <a:lstStyle>
            <a:lvl1pPr>
              <a:defRPr lang="en-US" sz="30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600986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lang="en-US" sz="800" smtClean="0">
                <a:solidFill>
                  <a:schemeClr val="tx1"/>
                </a:solidFill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800">
                <a:solidFill>
                  <a:srgbClr val="44546A"/>
                </a:solidFill>
                <a:latin typeface="+mn-lt"/>
                <a:ea typeface="Calibri" charset="0"/>
                <a:cs typeface="Calibri" charset="0"/>
              </a:rPr>
              <a:t>©</a:t>
            </a:r>
            <a:r>
              <a:rPr lang="en-IN"/>
              <a:t> 2020 Copyright Genpact. All Rights Reserved.</a:t>
            </a:r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2601" y="5181600"/>
            <a:ext cx="2412999" cy="88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21525"/>
            <a:ext cx="5791200" cy="1143000"/>
          </a:xfrm>
          <a:prstGeom prst="rect">
            <a:avLst/>
          </a:prstGeom>
        </p:spPr>
        <p:txBody>
          <a:bodyPr lIns="0"/>
          <a:lstStyle>
            <a:lvl1pPr>
              <a:defRPr lang="en-US" sz="88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2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633A08-4C37-4CC3-A2EF-74DBF0150E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792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lIns="0"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80623"/>
            <a:ext cx="9673856" cy="533400"/>
          </a:xfrm>
          <a:prstGeom prst="rect">
            <a:avLst/>
          </a:prstGeom>
        </p:spPr>
        <p:txBody>
          <a:bodyPr lIns="0"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3052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8F17-CF6F-441E-9FAD-6FDD72241087}" type="datetimeFigureOut">
              <a:rPr lang="id-ID" smtClean="0"/>
              <a:t>20/08/2025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E0D5-C779-4B48-9D09-DC37D8A4644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9384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9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9">
          <p15:clr>
            <a:srgbClr val="FBAE40"/>
          </p15:clr>
        </p15:guide>
        <p15:guide id="3" pos="7401">
          <p15:clr>
            <a:srgbClr val="FBAE40"/>
          </p15:clr>
        </p15:guide>
        <p15:guide id="5" orient="horz" pos="777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700"/>
            <a:ext cx="11274552" cy="366712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® 2020 Copyright Genpact. All Rights Reserved.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1FDBD9-8B9D-4DC3-87BB-F12A75D40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85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1037772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AC7825-FADD-4B94-9F03-DBC9C97A18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6583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Picture with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67060" cy="965200"/>
          </a:xfrm>
          <a:prstGeom prst="rect">
            <a:avLst/>
          </a:prstGeom>
        </p:spPr>
        <p:txBody>
          <a:bodyPr lIns="0" anchor="t"/>
          <a:lstStyle>
            <a:lvl1pPr>
              <a:defRPr sz="28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259"/>
            <a:ext cx="11267060" cy="460656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FC5EC5A-7801-4D3D-8F02-C6FBE77FD9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525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ED5E71-C4F3-4FFF-9273-F7D52479E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6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GEN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4418"/>
            <a:ext cx="11277600" cy="1204685"/>
          </a:xfrm>
          <a:prstGeom prst="rect">
            <a:avLst/>
          </a:prstGeom>
        </p:spPr>
        <p:txBody>
          <a:bodyPr lIns="0" r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48790"/>
            <a:ext cx="11277600" cy="700313"/>
          </a:xfrm>
          <a:prstGeom prst="rect">
            <a:avLst/>
          </a:prstGeom>
        </p:spPr>
        <p:txBody>
          <a:bodyPr lIns="0" rIns="0" anchor="t"/>
          <a:lstStyle>
            <a:lvl1pPr>
              <a:defRPr sz="18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2593"/>
            <a:ext cx="8678335" cy="294521"/>
          </a:xfrm>
          <a:prstGeom prst="rect">
            <a:avLst/>
          </a:prstGeom>
        </p:spPr>
        <p:txBody>
          <a:bodyPr lIns="0" rIns="0" anchor="ctr"/>
          <a:lstStyle>
            <a:lvl1pPr>
              <a:defRPr sz="1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85D73AC-0BCE-4CCB-83AF-3DC90C3F96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329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</a:t>
            </a:r>
          </a:p>
          <a:p>
            <a:pPr lvl="1"/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.</a:t>
            </a:r>
          </a:p>
          <a:p>
            <a:pPr lvl="2"/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quae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</a:t>
            </a:r>
            <a:r>
              <a:rPr lang="en-US" err="1"/>
              <a:t>beatae</a:t>
            </a:r>
            <a:r>
              <a:rPr lang="en-US"/>
              <a:t> vitae dicta </a:t>
            </a:r>
            <a:r>
              <a:rPr lang="en-US" err="1"/>
              <a:t>sunt</a:t>
            </a:r>
            <a:r>
              <a:rPr lang="en-US"/>
              <a:t>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endParaRPr lang="en-US"/>
          </a:p>
          <a:p>
            <a:pPr lvl="0"/>
            <a:r>
              <a:rPr lang="en-US"/>
              <a:t>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1272262" cy="533400"/>
          </a:xfrm>
          <a:prstGeom prst="rect">
            <a:avLst/>
          </a:prstGeom>
        </p:spPr>
        <p:txBody>
          <a:bodyPr lIns="0" anchor="t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11274056" cy="533400"/>
          </a:xfrm>
          <a:prstGeom prst="rect">
            <a:avLst/>
          </a:prstGeom>
        </p:spPr>
        <p:txBody>
          <a:bodyPr lIns="0"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C06C7D2-76A2-4FA7-8219-FAC568E935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191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71715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3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76087"/>
            <a:ext cx="11277600" cy="533400"/>
          </a:xfrm>
          <a:prstGeom prst="rect">
            <a:avLst/>
          </a:prstGeom>
        </p:spPr>
        <p:txBody>
          <a:bodyPr lIns="0" rIns="0" anchor="t" anchorCtr="0"/>
          <a:lstStyle>
            <a:lvl1pPr>
              <a:defRPr sz="2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rPr>
              <a:t>© 2020 Copyright Genpact. All Rights Reserved.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AF602A9-DD3C-4252-85E0-54E035051C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4219" y="6463445"/>
            <a:ext cx="838200" cy="30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50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7392">
          <p15:clr>
            <a:srgbClr val="FBAE40"/>
          </p15:clr>
        </p15:guide>
        <p15:guide id="5" orient="horz" pos="288">
          <p15:clr>
            <a:srgbClr val="FBAE40"/>
          </p15:clr>
        </p15:guide>
        <p15:guide id="6" orient="horz" pos="40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84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1" y="407340"/>
            <a:ext cx="11277600" cy="1107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791" y="378850"/>
            <a:ext cx="881304" cy="117084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1" y="909247"/>
            <a:ext cx="320590" cy="612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49797" y="445500"/>
            <a:ext cx="381633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b="1" err="1">
                <a:solidFill>
                  <a:prstClr val="white"/>
                </a:solidFill>
              </a:rPr>
              <a:t>Shivanagouda</a:t>
            </a:r>
            <a:r>
              <a:rPr lang="en-US" b="1">
                <a:solidFill>
                  <a:prstClr val="white"/>
                </a:solidFill>
              </a:rPr>
              <a:t> Patil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3409899" y="2300763"/>
            <a:ext cx="0" cy="45572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47035" y="2131196"/>
            <a:ext cx="3284102" cy="118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numCol="1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+mn-cs"/>
              </a:rPr>
              <a:t>Industries and Domain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sz="1100" b="0">
                <a:solidFill>
                  <a:srgbClr val="073262"/>
                </a:solidFill>
                <a:latin typeface="Arial"/>
                <a:ea typeface="ＭＳ Ｐゴシック"/>
                <a:cs typeface="Arial"/>
              </a:rPr>
              <a:t>Healthcare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sz="1100" b="0">
                <a:latin typeface="Arial"/>
                <a:ea typeface="ＭＳ Ｐゴシック"/>
                <a:cs typeface="Arial"/>
              </a:rPr>
              <a:t>Cybersecurity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sz="1100" b="0">
                <a:cs typeface="Arial"/>
              </a:rPr>
              <a:t>Governance Risk and Compliance</a:t>
            </a:r>
          </a:p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en-US" sz="1100" b="0">
              <a:solidFill>
                <a:srgbClr val="073262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73262"/>
              </a:solidFill>
              <a:latin typeface="Calibri" panose="020F0502020204030204"/>
              <a:cs typeface="Calibri"/>
            </a:endParaRPr>
          </a:p>
          <a:p>
            <a:pPr marL="117475" indent="-117475">
              <a:spcBef>
                <a:spcPts val="100"/>
              </a:spcBef>
              <a:spcAft>
                <a:spcPts val="100"/>
              </a:spcAft>
              <a:buClr>
                <a:srgbClr val="FFC72C"/>
              </a:buClr>
              <a:buSzPct val="80000"/>
              <a:buFont typeface="Arial" panose="05000000000000000000" pitchFamily="2" charset="2"/>
              <a:buChar char="•"/>
              <a:defRPr/>
            </a:pPr>
            <a:endParaRPr lang="en-US" altLang="en-US" sz="1100">
              <a:solidFill>
                <a:srgbClr val="073262"/>
              </a:solidFill>
              <a:latin typeface="Calibri" panose="020F0502020204030204"/>
              <a:cs typeface="Calibri"/>
            </a:endParaRPr>
          </a:p>
        </p:txBody>
      </p:sp>
      <p:sp>
        <p:nvSpPr>
          <p:cNvPr id="23" name="Snip Diagonal Corner Rectangle 22"/>
          <p:cNvSpPr/>
          <p:nvPr/>
        </p:nvSpPr>
        <p:spPr>
          <a:xfrm>
            <a:off x="9034769" y="402394"/>
            <a:ext cx="2700032" cy="1119333"/>
          </a:xfrm>
          <a:prstGeom prst="snip2DiagRect">
            <a:avLst>
              <a:gd name="adj1" fmla="val 50000"/>
              <a:gd name="adj2" fmla="val 0"/>
            </a:avLst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49797" y="820530"/>
            <a:ext cx="8894757" cy="612180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 </a:t>
            </a:r>
            <a:r>
              <a:rPr lang="en-US" b="1">
                <a:solidFill>
                  <a:prstClr val="white"/>
                </a:solidFill>
              </a:rPr>
              <a:t>Consultant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10E2B2-CC12-4123-8557-AAE166F9A2AE}"/>
              </a:ext>
            </a:extLst>
          </p:cNvPr>
          <p:cNvSpPr txBox="1"/>
          <p:nvPr/>
        </p:nvSpPr>
        <p:spPr>
          <a:xfrm>
            <a:off x="3408316" y="2170678"/>
            <a:ext cx="8774051" cy="47012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Experience Summary</a:t>
            </a:r>
            <a:endParaRPr lang="en-US" sz="1400" i="0" u="none" strike="noStrike" kern="1200" cap="none" spc="0" normalizeH="0" baseline="0" noProof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algn="just" defTabSz="761130" fontAlgn="base">
              <a:buClr>
                <a:srgbClr val="9FA1A4"/>
              </a:buClr>
              <a:defRPr/>
            </a:pPr>
            <a:r>
              <a:rPr lang="en-US" sz="1200" err="1">
                <a:solidFill>
                  <a:srgbClr val="073262"/>
                </a:solidFill>
              </a:rPr>
              <a:t>CirrusLabs</a:t>
            </a:r>
            <a:r>
              <a:rPr lang="en-US" sz="1200">
                <a:solidFill>
                  <a:srgbClr val="073262"/>
                </a:solidFill>
              </a:rPr>
              <a:t> : Machine Learning Engineer</a:t>
            </a:r>
            <a:endParaRPr lang="en-US" sz="105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algn="just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Arial" panose="05000000000000000000" pitchFamily="2" charset="2"/>
              <a:buChar char="•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Developed a cybersecurity chatbot that fetched documents from S3, processed them using AWS Bedrock Titan embeddings, and stored the embeddings in OpenSearch. Applied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  <a:sym typeface="Calibri"/>
              </a:rPr>
              <a:t>kNN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 search to retrieve the top 3 relevant text chunks and leveraged the AWS Bedrock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  <a:sym typeface="Calibri"/>
              </a:rPr>
              <a:t>LLaMA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 3.2 model to generate precise, contextually accurate responses to user queries.</a:t>
            </a:r>
            <a:endParaRPr lang="en-US" sz="1050" b="0">
              <a:solidFill>
                <a:srgbClr val="073262"/>
              </a:solidFill>
              <a:ea typeface="+mn-lt"/>
              <a:cs typeface="+mn-lt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Designed and implemented two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  <a:sym typeface="Calibri"/>
              </a:rPr>
              <a:t>FastAPI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 services for policy and control generation: one for handling prompts and returning JSON responses using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  <a:sym typeface="Calibri"/>
              </a:rPr>
              <a:t>LLaMA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  <a:sym typeface="Calibri"/>
              </a:rPr>
              <a:t> 3.2, and another for embedding generation.</a:t>
            </a:r>
            <a:endParaRPr lang="en-US">
              <a:ea typeface="+mn-lt"/>
              <a:cs typeface="+mn-lt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Built a proof of concept (POC) for extracting referral reasons using AWS Comprehend, focusing on the identification and categorization of medical entities</a:t>
            </a: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endParaRPr lang="en-US" sz="1050" b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200">
                <a:solidFill>
                  <a:srgbClr val="073262"/>
                </a:solidFill>
                <a:ea typeface="Calibri" panose="020F0502020204030204"/>
                <a:cs typeface="Calibri" panose="020F0502020204030204"/>
              </a:rPr>
              <a:t>Brane Group: Associate Process Leader</a:t>
            </a:r>
            <a:endParaRPr lang="en-US" sz="12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Orchestrated classification models (Random Forest, Decision Tree, AdaBoost, and KNN algorithms) to predict patient eligibility for operations in the Brazilian healthcare industry, achieving 5% improvement in Accuracy.</a:t>
            </a:r>
            <a:endParaRPr lang="en-US" sz="1050" b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Constructed a Generative AI application using the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</a:rPr>
              <a:t>LLaMA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 3 model to automate support ticket classification, prioritization, and resolution time prediction. Enhanced customer feedback processing by implementing a structured approach to categorize tickets and store actionable insights in a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</a:rPr>
              <a:t>DataFrame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algn="just">
              <a:spcBef>
                <a:spcPts val="300"/>
              </a:spcBef>
              <a:buClr>
                <a:srgbClr val="FF000F"/>
              </a:buClr>
              <a:buSzPts val="1000"/>
            </a:pPr>
            <a:endParaRPr lang="en-US" sz="1050" b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200">
                <a:solidFill>
                  <a:srgbClr val="073262"/>
                </a:solidFill>
                <a:ea typeface="Calibri" panose="020F0502020204030204"/>
                <a:cs typeface="Calibri" panose="020F0502020204030204"/>
              </a:rPr>
              <a:t>Self-Projects :</a:t>
            </a:r>
            <a:endParaRPr lang="en-US">
              <a:ea typeface="Calibri"/>
              <a:cs typeface="Calibri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,Sans-Serif" panose="05000000000000000000" pitchFamily="2" charset="2"/>
              <a:buChar char="§"/>
            </a:pPr>
            <a:r>
              <a:rPr lang="en-US" sz="1100" b="0">
                <a:solidFill>
                  <a:srgbClr val="073262"/>
                </a:solidFill>
              </a:rPr>
              <a:t>Engineered an autonomous content generation pipeline using </a:t>
            </a:r>
            <a:r>
              <a:rPr lang="en-US" sz="1100" b="0" err="1">
                <a:solidFill>
                  <a:srgbClr val="073262"/>
                </a:solidFill>
              </a:rPr>
              <a:t>CrewAI</a:t>
            </a:r>
            <a:r>
              <a:rPr lang="en-US" sz="1100" b="0">
                <a:solidFill>
                  <a:srgbClr val="073262"/>
                </a:solidFill>
              </a:rPr>
              <a:t>, with role-specific agents handling research, writing, and publishing tasks. Integrated GPT-4 and </a:t>
            </a:r>
            <a:r>
              <a:rPr lang="en-US" sz="1100" b="0" err="1">
                <a:solidFill>
                  <a:srgbClr val="073262"/>
                </a:solidFill>
              </a:rPr>
              <a:t>Tavily</a:t>
            </a:r>
            <a:r>
              <a:rPr lang="en-US" sz="1100" b="0">
                <a:solidFill>
                  <a:srgbClr val="073262"/>
                </a:solidFill>
              </a:rPr>
              <a:t> Search to produce real-time, high-quality blog posts and social media content, significantly enhancing the pipeline’s impact</a:t>
            </a:r>
            <a:endParaRPr lang="en-US" sz="1100" b="0">
              <a:solidFill>
                <a:srgbClr val="073262"/>
              </a:solidFill>
              <a:ea typeface="Calibri"/>
              <a:cs typeface="Calibri"/>
            </a:endParaRPr>
          </a:p>
          <a:p>
            <a:pPr marL="171450" indent="-171450" algn="just">
              <a:spcBef>
                <a:spcPts val="300"/>
              </a:spcBef>
              <a:buClr>
                <a:srgbClr val="FF000F"/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Created a Wine Quality Prediction API using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</a:rPr>
              <a:t>FastAPI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 for real-time inference and utilized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</a:rPr>
              <a:t>MLflow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 to track experiments and log model parameters. The pipeline includes stages like data ingestion, validation, transformation, model training, and evaluation, ensuring efficient model management.</a:t>
            </a:r>
            <a:endParaRPr lang="en-US" sz="1050" b="0">
              <a:ea typeface="+mn-lt"/>
              <a:cs typeface="+mn-lt"/>
            </a:endParaRPr>
          </a:p>
          <a:p>
            <a:pPr marL="171450" indent="-171450" algn="just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r>
              <a:rPr lang="en-US" sz="1050" b="0">
                <a:solidFill>
                  <a:srgbClr val="073262"/>
                </a:solidFill>
              </a:rPr>
              <a:t>Built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 an NLP-based chatbot to identify safety risks from accident reports across 12 plants in 3 countries. Performed data cleaning, NLP preprocessing, and built ML, neural network, and LSTM classifiers to predict accident severity. Deployed the best model using </a:t>
            </a:r>
            <a:r>
              <a:rPr lang="en-US" sz="1050" b="0" err="1">
                <a:solidFill>
                  <a:srgbClr val="073262"/>
                </a:solidFill>
                <a:ea typeface="+mn-lt"/>
                <a:cs typeface="+mn-lt"/>
              </a:rPr>
              <a:t>FastAPI</a:t>
            </a:r>
            <a:r>
              <a:rPr lang="en-US" sz="1050" b="0">
                <a:solidFill>
                  <a:srgbClr val="073262"/>
                </a:solidFill>
                <a:ea typeface="+mn-lt"/>
                <a:cs typeface="+mn-lt"/>
              </a:rPr>
              <a:t> for real-time analysis. </a:t>
            </a:r>
          </a:p>
          <a:p>
            <a:pPr marL="171450" lvl="0" indent="-171450" algn="just">
              <a:spcBef>
                <a:spcPts val="300"/>
              </a:spcBef>
              <a:buClr>
                <a:schemeClr val="accent1">
                  <a:lumMod val="75000"/>
                </a:schemeClr>
              </a:buClr>
              <a:buSzPts val="1000"/>
              <a:buFont typeface="Wingdings" panose="05000000000000000000" pitchFamily="2" charset="2"/>
              <a:buChar char="§"/>
            </a:pPr>
            <a:endParaRPr lang="en-US" sz="1050" b="0">
              <a:solidFill>
                <a:srgbClr val="073262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7623744-58E2-4541-A0D5-D2FD801DFBE1}"/>
              </a:ext>
            </a:extLst>
          </p:cNvPr>
          <p:cNvCxnSpPr/>
          <p:nvPr/>
        </p:nvCxnSpPr>
        <p:spPr>
          <a:xfrm>
            <a:off x="3409917" y="2132218"/>
            <a:ext cx="809727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35379A5-0DC4-4E40-BC04-F24BE0A4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2650" y="2647950"/>
            <a:ext cx="8202150" cy="42100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numCol="2" spcCol="182880">
            <a:noAutofit/>
          </a:bodyPr>
          <a:lstStyle/>
          <a:p>
            <a:pPr marL="0" lvl="1" eaLnBrk="0" hangingPunct="0">
              <a:buClr>
                <a:srgbClr val="10548C"/>
              </a:buClr>
              <a:defRPr/>
            </a:pPr>
            <a:endParaRPr lang="en-US" sz="1200">
              <a:solidFill>
                <a:srgbClr val="073262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CAA870-E53B-4894-A38F-81E8FD1D51E4}"/>
              </a:ext>
            </a:extLst>
          </p:cNvPr>
          <p:cNvSpPr/>
          <p:nvPr/>
        </p:nvSpPr>
        <p:spPr>
          <a:xfrm>
            <a:off x="-77" y="1547371"/>
            <a:ext cx="11718177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1200" b="1">
                <a:solidFill>
                  <a:srgbClr val="000305"/>
                </a:solidFill>
                <a:ea typeface="+mn-lt"/>
                <a:cs typeface="+mn-lt"/>
              </a:rPr>
              <a:t>Machine Learning Professional with 2 years of experience in Machine Learning and Generative AI, specializing in NLP. Proficient in developing and deploying AI and ML solutions across diverse industries. Skilled in Python, AWS, and </a:t>
            </a:r>
            <a:r>
              <a:rPr lang="en-US" sz="1200" b="1" err="1">
                <a:solidFill>
                  <a:srgbClr val="000305"/>
                </a:solidFill>
                <a:ea typeface="+mn-lt"/>
                <a:cs typeface="+mn-lt"/>
              </a:rPr>
              <a:t>MLOps</a:t>
            </a:r>
            <a:r>
              <a:rPr lang="en-US" sz="1200" b="1">
                <a:solidFill>
                  <a:srgbClr val="000305"/>
                </a:solidFill>
                <a:ea typeface="+mn-lt"/>
                <a:cs typeface="+mn-lt"/>
              </a:rPr>
              <a:t> tools with a strong foundation in statistical analysis. Adept at translating business needs into impactful data-driven solutions. Passionate about leveraging cutting-edge technologies to drive innovation and optimize business processes</a:t>
            </a:r>
            <a:endParaRPr lang="en-US" b="1">
              <a:solidFill>
                <a:srgbClr val="000305"/>
              </a:solidFill>
              <a:ea typeface="Calibri"/>
              <a:cs typeface="Calibri"/>
            </a:endParaRP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48994601-A325-4AE7-81BD-4FEF72A1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" y="2951047"/>
            <a:ext cx="3302258" cy="2319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Technical Skills</a:t>
            </a:r>
            <a:r>
              <a:rPr lang="en-US" sz="1100">
                <a:latin typeface="Calibri" panose="020F0502020204030204"/>
                <a:ea typeface="ＭＳ Ｐゴシック"/>
              </a:rPr>
              <a:t> </a:t>
            </a:r>
            <a:endParaRPr lang="en-US" sz="1100">
              <a:latin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>
                <a:latin typeface="Arial"/>
                <a:ea typeface="ＭＳ Ｐゴシック"/>
                <a:cs typeface="Arial"/>
              </a:rPr>
              <a:t>Language 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 Python (NumPy, Pandas, Matplotlib, Seaborn, OpenCV, NLTK, 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Gensim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), SQL, HTML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>
                <a:latin typeface="Arial"/>
                <a:ea typeface="ＭＳ Ｐゴシック"/>
                <a:cs typeface="Arial"/>
              </a:rPr>
              <a:t>Frameworks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 Scikit-Learn, TensorFlow, 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LangChain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, 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LangSmith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, Crew ai, Fast API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 err="1">
                <a:latin typeface="Arial"/>
                <a:ea typeface="ＭＳ Ｐゴシック"/>
                <a:cs typeface="Arial"/>
              </a:rPr>
              <a:t>MLOps</a:t>
            </a:r>
            <a:r>
              <a:rPr lang="en-US" sz="1100">
                <a:latin typeface="Arial"/>
                <a:ea typeface="ＭＳ Ｐゴシック"/>
                <a:cs typeface="Arial"/>
              </a:rPr>
              <a:t> Tools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 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MLflow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, DVC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>
                <a:latin typeface="Arial"/>
                <a:ea typeface="ＭＳ Ｐゴシック"/>
                <a:cs typeface="Arial"/>
              </a:rPr>
              <a:t>DevOps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 CI/CD, Docker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>
                <a:latin typeface="Arial"/>
                <a:ea typeface="ＭＳ Ｐゴシック"/>
                <a:cs typeface="Arial"/>
              </a:rPr>
              <a:t>Generative AI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 RAG (all steps from chunking to retrieval), Prompt Engineering, Model configuration, Fine-tuning (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LoRA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, PEFT), Agentic AI (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CrewAI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, </a:t>
            </a:r>
            <a:r>
              <a:rPr lang="en-US" sz="1100" b="0" err="1">
                <a:latin typeface="Arial"/>
                <a:ea typeface="ＭＳ Ｐゴシック"/>
                <a:cs typeface="Arial"/>
              </a:rPr>
              <a:t>LangGrapgh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), AWS Bedrock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,Sans-Serif"/>
              <a:buChar char="•"/>
              <a:defRPr/>
            </a:pPr>
            <a:r>
              <a:rPr lang="en-US" sz="1100">
                <a:latin typeface="Arial"/>
                <a:ea typeface="ＭＳ Ｐゴシック"/>
                <a:cs typeface="Arial"/>
              </a:rPr>
              <a:t>Cloud Platforms</a:t>
            </a:r>
            <a:r>
              <a:rPr lang="en-US" sz="1100" b="0">
                <a:latin typeface="Arial"/>
                <a:ea typeface="ＭＳ Ｐゴシック"/>
                <a:cs typeface="Arial"/>
              </a:rPr>
              <a:t>: AWS (S3, EC2, Lambda, API Gateway, SageMaker AI, ECR, ECS, CloudWatch) 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endParaRPr lang="en-US" sz="1100" b="0">
              <a:latin typeface="Arial"/>
              <a:ea typeface="ＭＳ Ｐゴシック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en-US" sz="1100">
              <a:latin typeface="Calibri" panose="020F0502020204030204"/>
              <a:ea typeface="ＭＳ Ｐゴシック"/>
              <a:cs typeface="Calibri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Clr>
                <a:srgbClr val="FFC72C"/>
              </a:buClr>
              <a:buSzPct val="80000"/>
              <a:buFont typeface="Arial,Sans-Serif"/>
              <a:buChar char="•"/>
              <a:defRPr/>
            </a:pPr>
            <a:endParaRPr lang="en-US" sz="1000" b="0">
              <a:latin typeface="Calibri" panose="020F0502020204030204"/>
              <a:ea typeface="ＭＳ Ｐゴシック"/>
              <a:cs typeface="Calibri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344624AE-9802-425C-8D53-796D9034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" y="5546445"/>
            <a:ext cx="3599855" cy="56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defRPr/>
            </a:pPr>
            <a:r>
              <a:rPr lang="en-GB">
                <a:solidFill>
                  <a:srgbClr val="073262"/>
                </a:solidFill>
                <a:latin typeface="Calibri" panose="020F0502020204030204"/>
                <a:ea typeface="ＭＳ Ｐゴシック"/>
              </a:rPr>
              <a:t>Education</a:t>
            </a:r>
            <a:endParaRPr lang="en-US">
              <a:cs typeface="Arial" charset="0"/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/>
              <a:buChar char="•"/>
              <a:defRPr/>
            </a:pPr>
            <a:r>
              <a:rPr lang="en-GB" sz="1100" b="0">
                <a:solidFill>
                  <a:srgbClr val="073262"/>
                </a:solidFill>
                <a:latin typeface="Arial"/>
                <a:ea typeface="Calibri"/>
                <a:cs typeface="Calibri"/>
              </a:rPr>
              <a:t>PGP in AIML from UT Austin, Texas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/>
              <a:buChar char="•"/>
              <a:defRPr/>
            </a:pPr>
            <a:r>
              <a:rPr lang="en-GB" sz="1100" b="0">
                <a:solidFill>
                  <a:srgbClr val="073262"/>
                </a:solidFill>
                <a:latin typeface="Arial"/>
                <a:ea typeface="Calibri"/>
                <a:cs typeface="Calibri"/>
              </a:rPr>
              <a:t>M. Tech : Ramaiah Institute of Technology</a:t>
            </a:r>
            <a:endParaRPr lang="en-GB" b="0">
              <a:latin typeface="Arial"/>
              <a:cs typeface="Arial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endParaRPr lang="en-GB" sz="1100">
              <a:solidFill>
                <a:srgbClr val="073262"/>
              </a:solidFill>
              <a:latin typeface="Calibri" panose="020F0502020204030204"/>
              <a:ea typeface="ＭＳ Ｐゴシック"/>
              <a:cs typeface="Calibri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8A94C6-A081-416D-ABCE-6FFF241AE7C0}"/>
              </a:ext>
            </a:extLst>
          </p:cNvPr>
          <p:cNvCxnSpPr>
            <a:cxnSpLocks/>
          </p:cNvCxnSpPr>
          <p:nvPr/>
        </p:nvCxnSpPr>
        <p:spPr>
          <a:xfrm>
            <a:off x="3517612" y="2165645"/>
            <a:ext cx="8086675" cy="47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erson in a suit&#10;&#10;AI-generated content may be incorrect.">
            <a:extLst>
              <a:ext uri="{FF2B5EF4-FFF2-40B4-BE49-F238E27FC236}">
                <a16:creationId xmlns:a16="http://schemas.microsoft.com/office/drawing/2014/main" id="{F4D8510B-578E-554F-6043-646701906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26" y="398584"/>
            <a:ext cx="888024" cy="111369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2CE377-485D-1207-FAAA-B51A4FF609B9}"/>
              </a:ext>
            </a:extLst>
          </p:cNvPr>
          <p:cNvCxnSpPr>
            <a:cxnSpLocks/>
          </p:cNvCxnSpPr>
          <p:nvPr/>
        </p:nvCxnSpPr>
        <p:spPr>
          <a:xfrm>
            <a:off x="35856" y="2153921"/>
            <a:ext cx="3268491" cy="165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12">
            <a:extLst>
              <a:ext uri="{FF2B5EF4-FFF2-40B4-BE49-F238E27FC236}">
                <a16:creationId xmlns:a16="http://schemas.microsoft.com/office/drawing/2014/main" id="{F5ED04C3-8889-7CEC-B732-AB89BDBA6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7" y="6249829"/>
            <a:ext cx="2732348" cy="23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14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lang="en-GB">
                <a:solidFill>
                  <a:srgbClr val="073262"/>
                </a:solidFill>
                <a:latin typeface="Calibri" panose="020F0502020204030204"/>
                <a:ea typeface="ＭＳ Ｐゴシック"/>
              </a:rPr>
              <a:t>Location : Bengaluru</a:t>
            </a:r>
            <a:endParaRPr lang="en-US"/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endParaRPr lang="en-GB" sz="1100" b="0">
              <a:latin typeface="Arial"/>
              <a:ea typeface="Calibri"/>
              <a:cs typeface="Calibri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endParaRPr lang="en-GB" sz="1100">
              <a:solidFill>
                <a:srgbClr val="073262"/>
              </a:solidFill>
              <a:latin typeface="Calibri" panose="020F0502020204030204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4210545"/>
      </p:ext>
    </p:extLst>
  </p:cSld>
  <p:clrMapOvr>
    <a:masterClrMapping/>
  </p:clrMapOvr>
</p:sld>
</file>

<file path=ppt/theme/theme1.xml><?xml version="1.0" encoding="utf-8"?>
<a:theme xmlns:a="http://schemas.openxmlformats.org/drawingml/2006/main" name="1_Blank">
  <a:themeElements>
    <a:clrScheme name="Genpact Transformation">
      <a:dk1>
        <a:srgbClr val="073262"/>
      </a:dk1>
      <a:lt1>
        <a:sysClr val="window" lastClr="FFFFFF"/>
      </a:lt1>
      <a:dk2>
        <a:srgbClr val="EBECED"/>
      </a:dk2>
      <a:lt2>
        <a:srgbClr val="BFC0C1"/>
      </a:lt2>
      <a:accent1>
        <a:srgbClr val="FF555F"/>
      </a:accent1>
      <a:accent2>
        <a:srgbClr val="00AECF"/>
      </a:accent2>
      <a:accent3>
        <a:srgbClr val="073262"/>
      </a:accent3>
      <a:accent4>
        <a:srgbClr val="EA3946"/>
      </a:accent4>
      <a:accent5>
        <a:srgbClr val="60C7D7"/>
      </a:accent5>
      <a:accent6>
        <a:srgbClr val="10548C"/>
      </a:accent6>
      <a:hlink>
        <a:srgbClr val="00AECF"/>
      </a:hlink>
      <a:folHlink>
        <a:srgbClr val="1F49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876EA39-A927-4B02-92F1-9F3EC877DD27}" vid="{EE579C3A-0FFD-4428-8C6E-B0CC789B6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1_Blank</vt:lpstr>
      <vt:lpstr>PowerPoint Presentation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Godavarthi, Abhishek</dc:creator>
  <cp:revision>1</cp:revision>
  <dcterms:created xsi:type="dcterms:W3CDTF">2020-10-06T06:41:46Z</dcterms:created>
  <dcterms:modified xsi:type="dcterms:W3CDTF">2025-08-20T12:06:33Z</dcterms:modified>
</cp:coreProperties>
</file>