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9"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1C8684-A646-BFE0-ED6D-0F8DF0B5BFDC}" v="22" dt="2025-10-29T11:58:15.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2" d="100"/>
          <a:sy n="102" d="100"/>
        </p:scale>
        <p:origin x="144"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een, Naveen" userId="S::703444176@genpact.com::cdad9c99-14d9-4ed4-85b6-5aecb44d237a" providerId="AD" clId="Web-{D66ACE48-9B59-043E-5CAF-83E0D2EB510B}"/>
    <pc:docChg chg="modSld">
      <pc:chgData name="Naveen, Naveen" userId="S::703444176@genpact.com::cdad9c99-14d9-4ed4-85b6-5aecb44d237a" providerId="AD" clId="Web-{D66ACE48-9B59-043E-5CAF-83E0D2EB510B}" dt="2025-10-23T07:09:38.948" v="48" actId="14100"/>
      <pc:docMkLst>
        <pc:docMk/>
      </pc:docMkLst>
      <pc:sldChg chg="modSp">
        <pc:chgData name="Naveen, Naveen" userId="S::703444176@genpact.com::cdad9c99-14d9-4ed4-85b6-5aecb44d237a" providerId="AD" clId="Web-{D66ACE48-9B59-043E-5CAF-83E0D2EB510B}" dt="2025-10-23T07:09:38.948" v="48" actId="14100"/>
        <pc:sldMkLst>
          <pc:docMk/>
          <pc:sldMk cId="4114210545" sldId="259"/>
        </pc:sldMkLst>
        <pc:spChg chg="mod">
          <ac:chgData name="Naveen, Naveen" userId="S::703444176@genpact.com::cdad9c99-14d9-4ed4-85b6-5aecb44d237a" providerId="AD" clId="Web-{D66ACE48-9B59-043E-5CAF-83E0D2EB510B}" dt="2025-10-23T07:08:31.305" v="33" actId="14100"/>
          <ac:spMkLst>
            <pc:docMk/>
            <pc:sldMk cId="4114210545" sldId="259"/>
            <ac:spMk id="22" creationId="{EAF7BD03-A488-4C83-ADA2-9E15338320AF}"/>
          </ac:spMkLst>
        </pc:spChg>
        <pc:spChg chg="mod">
          <ac:chgData name="Naveen, Naveen" userId="S::703444176@genpact.com::cdad9c99-14d9-4ed4-85b6-5aecb44d237a" providerId="AD" clId="Web-{D66ACE48-9B59-043E-5CAF-83E0D2EB510B}" dt="2025-10-23T07:09:38.948" v="48" actId="14100"/>
          <ac:spMkLst>
            <pc:docMk/>
            <pc:sldMk cId="4114210545" sldId="259"/>
            <ac:spMk id="29" creationId="{344624AE-9802-425C-8D53-796D9034301D}"/>
          </ac:spMkLst>
        </pc:spChg>
      </pc:sldChg>
    </pc:docChg>
  </pc:docChgLst>
  <pc:docChgLst>
    <pc:chgData name="Naveen, Naveen" userId="S::703444176@genpact.com::cdad9c99-14d9-4ed4-85b6-5aecb44d237a" providerId="AD" clId="Web-{471C8684-A646-BFE0-ED6D-0F8DF0B5BFDC}"/>
    <pc:docChg chg="modSld">
      <pc:chgData name="Naveen, Naveen" userId="S::703444176@genpact.com::cdad9c99-14d9-4ed4-85b6-5aecb44d237a" providerId="AD" clId="Web-{471C8684-A646-BFE0-ED6D-0F8DF0B5BFDC}" dt="2025-10-29T11:58:12.453" v="19" actId="20577"/>
      <pc:docMkLst>
        <pc:docMk/>
      </pc:docMkLst>
      <pc:sldChg chg="modSp">
        <pc:chgData name="Naveen, Naveen" userId="S::703444176@genpact.com::cdad9c99-14d9-4ed4-85b6-5aecb44d237a" providerId="AD" clId="Web-{471C8684-A646-BFE0-ED6D-0F8DF0B5BFDC}" dt="2025-10-29T11:58:12.453" v="19" actId="20577"/>
        <pc:sldMkLst>
          <pc:docMk/>
          <pc:sldMk cId="4114210545" sldId="259"/>
        </pc:sldMkLst>
        <pc:spChg chg="mod">
          <ac:chgData name="Naveen, Naveen" userId="S::703444176@genpact.com::cdad9c99-14d9-4ed4-85b6-5aecb44d237a" providerId="AD" clId="Web-{471C8684-A646-BFE0-ED6D-0F8DF0B5BFDC}" dt="2025-10-29T11:57:57.750" v="14" actId="20577"/>
          <ac:spMkLst>
            <pc:docMk/>
            <pc:sldMk cId="4114210545" sldId="259"/>
            <ac:spMk id="12" creationId="{00000000-0000-0000-0000-000000000000}"/>
          </ac:spMkLst>
        </pc:spChg>
        <pc:spChg chg="mod">
          <ac:chgData name="Naveen, Naveen" userId="S::703444176@genpact.com::cdad9c99-14d9-4ed4-85b6-5aecb44d237a" providerId="AD" clId="Web-{471C8684-A646-BFE0-ED6D-0F8DF0B5BFDC}" dt="2025-10-29T11:58:12.453" v="19" actId="20577"/>
          <ac:spMkLst>
            <pc:docMk/>
            <pc:sldMk cId="4114210545" sldId="259"/>
            <ac:spMk id="26" creationId="{48994601-A325-4AE7-81BD-4FEF72A15B0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939A4-7C0B-4CF0-9074-998F20A0A38A}"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00787F-B331-46D2-90B2-A2EEACFA6C2C}" type="slidenum">
              <a:rPr lang="en-US" smtClean="0"/>
              <a:t>‹#›</a:t>
            </a:fld>
            <a:endParaRPr lang="en-US"/>
          </a:p>
        </p:txBody>
      </p:sp>
    </p:spTree>
    <p:extLst>
      <p:ext uri="{BB962C8B-B14F-4D97-AF65-F5344CB8AC3E}">
        <p14:creationId xmlns:p14="http://schemas.microsoft.com/office/powerpoint/2010/main" val="413706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Profile 3</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9718DD-4AAF-4D8A-BA7D-B91CCB27E3C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93717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1838"/>
            <a:ext cx="12209991" cy="6869837"/>
          </a:xfrm>
          <a:prstGeom prst="rect">
            <a:avLst/>
          </a:prstGeom>
        </p:spPr>
      </p:pic>
      <p:pic>
        <p:nvPicPr>
          <p:cNvPr id="4"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9056914" y="437584"/>
            <a:ext cx="2703286" cy="1205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4"/>
          <p:cNvSpPr txBox="1">
            <a:spLocks/>
          </p:cNvSpPr>
          <p:nvPr userDrawn="1"/>
        </p:nvSpPr>
        <p:spPr>
          <a:xfrm>
            <a:off x="457200" y="6408032"/>
            <a:ext cx="5129684" cy="256233"/>
          </a:xfrm>
          <a:prstGeom prst="rect">
            <a:avLst/>
          </a:prstGeom>
        </p:spPr>
        <p:txBody>
          <a:bodyPr lIns="0" tIns="0" rIns="0" bIns="0"/>
          <a:lstStyle>
            <a:lvl1pPr algn="l" defTabSz="914400" rtl="0" eaLnBrk="1" latinLnBrk="0" hangingPunct="1">
              <a:lnSpc>
                <a:spcPct val="90000"/>
              </a:lnSpc>
              <a:spcBef>
                <a:spcPct val="0"/>
              </a:spcBef>
              <a:buNone/>
              <a:defRPr sz="3000" kern="1200">
                <a:solidFill>
                  <a:srgbClr val="053061"/>
                </a:solidFill>
                <a:latin typeface="Georgia" charset="0"/>
                <a:ea typeface="Georgia" charset="0"/>
                <a:cs typeface="Georgia" charset="0"/>
              </a:defRPr>
            </a:lvl1pPr>
          </a:lstStyle>
          <a:p>
            <a:r>
              <a:rPr lang="en-US" sz="800">
                <a:solidFill>
                  <a:schemeClr val="tx1"/>
                </a:solidFill>
                <a:latin typeface="+mn-lt"/>
                <a:ea typeface="Calibri" charset="0"/>
                <a:cs typeface="Calibri" charset="0"/>
              </a:rPr>
              <a:t>© 2020 Copyright Genpact. All Rights Reserved.</a:t>
            </a:r>
          </a:p>
        </p:txBody>
      </p:sp>
      <p:sp>
        <p:nvSpPr>
          <p:cNvPr id="2" name="Title 1"/>
          <p:cNvSpPr>
            <a:spLocks noGrp="1"/>
          </p:cNvSpPr>
          <p:nvPr>
            <p:ph type="title" hasCustomPrompt="1"/>
          </p:nvPr>
        </p:nvSpPr>
        <p:spPr>
          <a:xfrm>
            <a:off x="3530600" y="2507346"/>
            <a:ext cx="8229600" cy="1302654"/>
          </a:xfrm>
          <a:prstGeom prst="rect">
            <a:avLst/>
          </a:prstGeom>
        </p:spPr>
        <p:txBody>
          <a:bodyPr lIns="0"/>
          <a:lstStyle>
            <a:lvl1pPr>
              <a:defRPr kumimoji="0" lang="en-US" sz="4800" b="0" i="0" u="none" strike="noStrike" kern="1200" cap="none" spc="0" normalizeH="0" baseline="0" dirty="0">
                <a:ln>
                  <a:noFill/>
                </a:ln>
                <a:solidFill>
                  <a:schemeClr val="tx1"/>
                </a:solidFill>
                <a:effectLst/>
                <a:uLnTx/>
                <a:uFillTx/>
                <a:latin typeface="Georgia" charset="0"/>
                <a:ea typeface="+mn-ea"/>
                <a:cs typeface="+mn-cs"/>
              </a:defRPr>
            </a:lvl1pPr>
          </a:lstStyle>
          <a:p>
            <a:pPr lvl="0"/>
            <a:r>
              <a:rPr lang="en-US"/>
              <a:t>Click to edit title text</a:t>
            </a:r>
          </a:p>
        </p:txBody>
      </p:sp>
      <p:sp>
        <p:nvSpPr>
          <p:cNvPr id="8" name="Text Placeholder 15"/>
          <p:cNvSpPr>
            <a:spLocks noGrp="1"/>
          </p:cNvSpPr>
          <p:nvPr>
            <p:ph type="body" sz="quarter" idx="13" hasCustomPrompt="1"/>
          </p:nvPr>
        </p:nvSpPr>
        <p:spPr>
          <a:xfrm>
            <a:off x="3527648" y="4175579"/>
            <a:ext cx="6331832" cy="1828800"/>
          </a:xfrm>
          <a:prstGeom prst="rect">
            <a:avLst/>
          </a:prstGeom>
        </p:spPr>
        <p:txBody>
          <a:bodyPr lIns="0"/>
          <a:lstStyle>
            <a:lvl1pPr>
              <a:lnSpc>
                <a:spcPts val="2200"/>
              </a:lnSpc>
              <a:defRPr sz="2000">
                <a:solidFill>
                  <a:schemeClr val="tx1"/>
                </a:solidFill>
                <a:latin typeface="+mj-lt"/>
              </a:defRPr>
            </a:lvl1pPr>
            <a:lvl2pPr algn="l">
              <a:defRPr/>
            </a:lvl2pPr>
          </a:lstStyle>
          <a:p>
            <a:pPr lvl="0"/>
            <a:r>
              <a:rPr lang="en-US"/>
              <a:t>Second level</a:t>
            </a:r>
          </a:p>
          <a:p>
            <a:pPr lvl="0"/>
            <a:r>
              <a:rPr lang="en-US"/>
              <a:t>Third level</a:t>
            </a:r>
          </a:p>
        </p:txBody>
      </p:sp>
      <p:sp>
        <p:nvSpPr>
          <p:cNvPr id="9" name="Text Placeholder 6"/>
          <p:cNvSpPr>
            <a:spLocks noGrp="1"/>
          </p:cNvSpPr>
          <p:nvPr>
            <p:ph type="body" sz="quarter" idx="10" hasCustomPrompt="1"/>
          </p:nvPr>
        </p:nvSpPr>
        <p:spPr>
          <a:xfrm>
            <a:off x="3527648" y="2008094"/>
            <a:ext cx="6722417" cy="381000"/>
          </a:xfrm>
          <a:prstGeom prst="rect">
            <a:avLst/>
          </a:prstGeom>
        </p:spPr>
        <p:txBody>
          <a:bodyPr lIns="0"/>
          <a:lstStyle>
            <a:lvl1pPr>
              <a:defRPr sz="2000" baseline="0">
                <a:solidFill>
                  <a:schemeClr val="tx1"/>
                </a:solidFill>
                <a:latin typeface="+mj-lt"/>
              </a:defRPr>
            </a:lvl1pPr>
          </a:lstStyle>
          <a:p>
            <a:pPr lvl="0"/>
            <a:r>
              <a:rPr lang="en-US"/>
              <a:t>Click to edit text</a:t>
            </a:r>
          </a:p>
        </p:txBody>
      </p:sp>
    </p:spTree>
    <p:extLst>
      <p:ext uri="{BB962C8B-B14F-4D97-AF65-F5344CB8AC3E}">
        <p14:creationId xmlns:p14="http://schemas.microsoft.com/office/powerpoint/2010/main" val="2806748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Option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5" y="0"/>
            <a:ext cx="12188950" cy="6857999"/>
          </a:xfrm>
          <a:prstGeom prst="rect">
            <a:avLst/>
          </a:prstGeom>
        </p:spPr>
      </p:pic>
      <p:pic>
        <p:nvPicPr>
          <p:cNvPr id="8"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42" name="TextBox 41"/>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11" name="Title 1"/>
          <p:cNvSpPr>
            <a:spLocks noGrp="1"/>
          </p:cNvSpPr>
          <p:nvPr>
            <p:ph type="title" hasCustomPrompt="1"/>
          </p:nvPr>
        </p:nvSpPr>
        <p:spPr>
          <a:xfrm>
            <a:off x="457200" y="476250"/>
            <a:ext cx="8534400" cy="554038"/>
          </a:xfrm>
          <a:prstGeom prst="rect">
            <a:avLst/>
          </a:prstGeom>
        </p:spPr>
        <p:txBody>
          <a:bodyPr lIns="0"/>
          <a:lstStyle>
            <a:lvl1pPr>
              <a:defRPr lang="en-US" sz="3200" dirty="0">
                <a:solidFill>
                  <a:schemeClr val="tx1"/>
                </a:solidFill>
                <a:latin typeface="+mn-lt"/>
                <a:ea typeface="+mn-ea"/>
                <a:cs typeface="+mn-cs"/>
              </a:defRPr>
            </a:lvl1pPr>
          </a:lstStyle>
          <a:p>
            <a:pPr marL="0" lvl="0"/>
            <a:r>
              <a:rPr lang="en-US"/>
              <a:t>Agenda opt 3</a:t>
            </a:r>
          </a:p>
        </p:txBody>
      </p:sp>
    </p:spTree>
    <p:extLst>
      <p:ext uri="{BB962C8B-B14F-4D97-AF65-F5344CB8AC3E}">
        <p14:creationId xmlns:p14="http://schemas.microsoft.com/office/powerpoint/2010/main" val="3156198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Option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 y="0"/>
            <a:ext cx="12188948" cy="6872512"/>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a:solidFill>
                <a:schemeClr val="bg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bg1"/>
                </a:solidFill>
                <a:latin typeface="+mn-lt"/>
                <a:ea typeface="Georgia" charset="0"/>
                <a:cs typeface="Georgia" charset="0"/>
              </a:rPr>
              <a:t>© 2020 Copyright Genpact. All Rights Reserved.</a:t>
            </a:r>
          </a:p>
        </p:txBody>
      </p:sp>
      <p:pic>
        <p:nvPicPr>
          <p:cNvPr id="6" name="Picture 5"/>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74375" y="6446360"/>
            <a:ext cx="868156" cy="340728"/>
          </a:xfrm>
          <a:prstGeom prst="rect">
            <a:avLst/>
          </a:prstGeom>
        </p:spPr>
      </p:pic>
      <p:sp>
        <p:nvSpPr>
          <p:cNvPr id="11" name="Text Placeholder 10"/>
          <p:cNvSpPr>
            <a:spLocks noGrp="1"/>
          </p:cNvSpPr>
          <p:nvPr>
            <p:ph type="body" sz="quarter" idx="11" hasCustomPrompt="1"/>
          </p:nvPr>
        </p:nvSpPr>
        <p:spPr>
          <a:xfrm>
            <a:off x="464593" y="4267200"/>
            <a:ext cx="6397625" cy="381000"/>
          </a:xfrm>
          <a:prstGeom prst="rect">
            <a:avLst/>
          </a:prstGeom>
        </p:spPr>
        <p:txBody>
          <a:bodyPr lIns="0"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a:t>Subtitle, if needed</a:t>
            </a:r>
            <a:endParaRPr lang="en-IN"/>
          </a:p>
        </p:txBody>
      </p:sp>
      <p:sp>
        <p:nvSpPr>
          <p:cNvPr id="9" name="Title 1"/>
          <p:cNvSpPr>
            <a:spLocks noGrp="1"/>
          </p:cNvSpPr>
          <p:nvPr>
            <p:ph type="title" hasCustomPrompt="1"/>
          </p:nvPr>
        </p:nvSpPr>
        <p:spPr>
          <a:xfrm>
            <a:off x="464593" y="2533650"/>
            <a:ext cx="6469606" cy="1447800"/>
          </a:xfrm>
          <a:prstGeom prst="rect">
            <a:avLst/>
          </a:prstGeom>
        </p:spPr>
        <p:txBody>
          <a:bodyPr lIns="0" anchor="ctr"/>
          <a:lstStyle>
            <a:lvl1pPr>
              <a:defRPr lang="en-US" sz="4800" dirty="0">
                <a:solidFill>
                  <a:schemeClr val="bg1"/>
                </a:solidFill>
                <a:latin typeface="+mn-lt"/>
                <a:ea typeface="+mn-ea"/>
                <a:cs typeface="+mn-cs"/>
              </a:defRPr>
            </a:lvl1pPr>
          </a:lstStyle>
          <a:p>
            <a:r>
              <a:rPr lang="en-US" sz="4800">
                <a:solidFill>
                  <a:schemeClr val="bg1"/>
                </a:solidFill>
              </a:rPr>
              <a:t>Divider slide options Lorem ipsum dolor</a:t>
            </a:r>
          </a:p>
        </p:txBody>
      </p:sp>
    </p:spTree>
    <p:extLst>
      <p:ext uri="{BB962C8B-B14F-4D97-AF65-F5344CB8AC3E}">
        <p14:creationId xmlns:p14="http://schemas.microsoft.com/office/powerpoint/2010/main" val="619249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Option 4">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980347" y="0"/>
            <a:ext cx="5210123" cy="6872508"/>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6" name="Picture 5"/>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74375" y="6446360"/>
            <a:ext cx="868156" cy="340728"/>
          </a:xfrm>
          <a:prstGeom prst="rect">
            <a:avLst/>
          </a:prstGeom>
        </p:spPr>
      </p:pic>
      <p:sp>
        <p:nvSpPr>
          <p:cNvPr id="11" name="Text Placeholder 10"/>
          <p:cNvSpPr>
            <a:spLocks noGrp="1"/>
          </p:cNvSpPr>
          <p:nvPr>
            <p:ph type="body" sz="quarter" idx="11" hasCustomPrompt="1"/>
          </p:nvPr>
        </p:nvSpPr>
        <p:spPr>
          <a:xfrm>
            <a:off x="464593" y="4267200"/>
            <a:ext cx="6397625" cy="381000"/>
          </a:xfrm>
          <a:prstGeom prst="rect">
            <a:avLst/>
          </a:prstGeom>
        </p:spPr>
        <p:txBody>
          <a:bodyPr lIns="0" anchor="ctr"/>
          <a:lstStyle>
            <a:lvl1pPr>
              <a:defRPr sz="1800">
                <a:solidFill>
                  <a:srgbClr val="073262"/>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a:t>Subtitle, if needed</a:t>
            </a:r>
            <a:endParaRPr lang="en-IN"/>
          </a:p>
        </p:txBody>
      </p:sp>
      <p:sp>
        <p:nvSpPr>
          <p:cNvPr id="10" name="Title 1"/>
          <p:cNvSpPr>
            <a:spLocks noGrp="1"/>
          </p:cNvSpPr>
          <p:nvPr>
            <p:ph type="title" hasCustomPrompt="1"/>
          </p:nvPr>
        </p:nvSpPr>
        <p:spPr>
          <a:xfrm>
            <a:off x="474118" y="2693894"/>
            <a:ext cx="7069682" cy="1143000"/>
          </a:xfrm>
          <a:prstGeom prst="rect">
            <a:avLst/>
          </a:prstGeom>
        </p:spPr>
        <p:txBody>
          <a:bodyPr lIns="0" anchor="ctr"/>
          <a:lstStyle>
            <a:lvl1pPr>
              <a:defRPr lang="en-US" sz="4800" dirty="0">
                <a:solidFill>
                  <a:srgbClr val="073262"/>
                </a:solidFill>
                <a:latin typeface="+mn-lt"/>
                <a:ea typeface="+mn-ea"/>
                <a:cs typeface="+mn-cs"/>
              </a:defRPr>
            </a:lvl1pPr>
          </a:lstStyle>
          <a:p>
            <a:pPr lvl="0"/>
            <a:r>
              <a:rPr lang="en-US"/>
              <a:t>Divider slide options</a:t>
            </a:r>
            <a:br>
              <a:rPr lang="en-US"/>
            </a:br>
            <a:r>
              <a:rPr lang="en-US"/>
              <a:t>Lorem ipsum dolor</a:t>
            </a:r>
            <a:endParaRPr lang="en-IN"/>
          </a:p>
        </p:txBody>
      </p:sp>
    </p:spTree>
    <p:extLst>
      <p:ext uri="{BB962C8B-B14F-4D97-AF65-F5344CB8AC3E}">
        <p14:creationId xmlns:p14="http://schemas.microsoft.com/office/powerpoint/2010/main" val="253602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8" name="Title 1"/>
          <p:cNvSpPr>
            <a:spLocks noGrp="1"/>
          </p:cNvSpPr>
          <p:nvPr>
            <p:ph type="title" hasCustomPrompt="1"/>
          </p:nvPr>
        </p:nvSpPr>
        <p:spPr>
          <a:xfrm>
            <a:off x="460744" y="469900"/>
            <a:ext cx="11299456" cy="533400"/>
          </a:xfrm>
          <a:prstGeom prst="rect">
            <a:avLst/>
          </a:prstGeom>
        </p:spPr>
        <p:txBody>
          <a:bodyPr lIns="0" anchor="b"/>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pic>
        <p:nvPicPr>
          <p:cNvPr id="6" name="Picture 2">
            <a:extLst>
              <a:ext uri="{FF2B5EF4-FFF2-40B4-BE49-F238E27FC236}">
                <a16:creationId xmlns:a16="http://schemas.microsoft.com/office/drawing/2014/main" id="{EBDCBE3F-9CE8-4FAC-94F4-2B6FBE706DB8}"/>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9165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and Picture">
    <p:spTree>
      <p:nvGrpSpPr>
        <p:cNvPr id="1" name=""/>
        <p:cNvGrpSpPr/>
        <p:nvPr/>
      </p:nvGrpSpPr>
      <p:grpSpPr>
        <a:xfrm>
          <a:off x="0" y="0"/>
          <a:ext cx="0" cy="0"/>
          <a:chOff x="0" y="0"/>
          <a:chExt cx="0" cy="0"/>
        </a:xfrm>
      </p:grpSpPr>
      <p:sp>
        <p:nvSpPr>
          <p:cNvPr id="15" name="Text Placeholder 22"/>
          <p:cNvSpPr>
            <a:spLocks noGrp="1"/>
          </p:cNvSpPr>
          <p:nvPr>
            <p:ph type="body" sz="quarter" idx="12" hasCustomPrompt="1"/>
          </p:nvPr>
        </p:nvSpPr>
        <p:spPr>
          <a:xfrm>
            <a:off x="460744" y="980623"/>
            <a:ext cx="11299456" cy="533400"/>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hasCustomPrompt="1"/>
          </p:nvPr>
        </p:nvSpPr>
        <p:spPr>
          <a:xfrm>
            <a:off x="460744" y="469900"/>
            <a:ext cx="11299456" cy="533400"/>
          </a:xfrm>
          <a:prstGeom prst="rect">
            <a:avLst/>
          </a:prstGeom>
        </p:spPr>
        <p:txBody>
          <a:bodyPr lIns="0" anchor="b"/>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spTree>
    <p:extLst>
      <p:ext uri="{BB962C8B-B14F-4D97-AF65-F5344CB8AC3E}">
        <p14:creationId xmlns:p14="http://schemas.microsoft.com/office/powerpoint/2010/main" val="150382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ntent and Pictur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hasCustomPrompt="1"/>
          </p:nvPr>
        </p:nvSpPr>
        <p:spPr>
          <a:xfrm>
            <a:off x="460744" y="469900"/>
            <a:ext cx="11299456" cy="533400"/>
          </a:xfrm>
          <a:prstGeom prst="rect">
            <a:avLst/>
          </a:prstGeom>
        </p:spPr>
        <p:txBody>
          <a:bodyPr lIns="0" anchor="b"/>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sp>
        <p:nvSpPr>
          <p:cNvPr id="9" name="Text Placeholder 2"/>
          <p:cNvSpPr>
            <a:spLocks noGrp="1"/>
          </p:cNvSpPr>
          <p:nvPr>
            <p:ph type="body" sz="quarter" idx="14"/>
          </p:nvPr>
        </p:nvSpPr>
        <p:spPr>
          <a:xfrm>
            <a:off x="460744" y="29027"/>
            <a:ext cx="11299456" cy="353109"/>
          </a:xfrm>
          <a:prstGeom prst="rect">
            <a:avLst/>
          </a:prstGeom>
        </p:spPr>
        <p:txBody>
          <a:bodyPr lIns="0" anchor="ctr"/>
          <a:lstStyle>
            <a:lvl1pPr>
              <a:defRPr sz="1000">
                <a:solidFill>
                  <a:schemeClr val="tx1"/>
                </a:solidFill>
              </a:defRPr>
            </a:lvl1pPr>
          </a:lstStyle>
          <a:p>
            <a:pPr lvl="0"/>
            <a:r>
              <a:rPr lang="en-US"/>
              <a:t>Edit Master text styles</a:t>
            </a:r>
          </a:p>
        </p:txBody>
      </p:sp>
    </p:spTree>
    <p:extLst>
      <p:ext uri="{BB962C8B-B14F-4D97-AF65-F5344CB8AC3E}">
        <p14:creationId xmlns:p14="http://schemas.microsoft.com/office/powerpoint/2010/main" val="688482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ntent and Picture">
    <p:spTree>
      <p:nvGrpSpPr>
        <p:cNvPr id="1" name=""/>
        <p:cNvGrpSpPr/>
        <p:nvPr/>
      </p:nvGrpSpPr>
      <p:grpSpPr>
        <a:xfrm>
          <a:off x="0" y="0"/>
          <a:ext cx="0" cy="0"/>
          <a:chOff x="0" y="0"/>
          <a:chExt cx="0" cy="0"/>
        </a:xfrm>
      </p:grpSpPr>
      <p:sp>
        <p:nvSpPr>
          <p:cNvPr id="15" name="Text Placeholder 22"/>
          <p:cNvSpPr>
            <a:spLocks noGrp="1"/>
          </p:cNvSpPr>
          <p:nvPr>
            <p:ph type="body" sz="quarter" idx="12" hasCustomPrompt="1"/>
          </p:nvPr>
        </p:nvSpPr>
        <p:spPr>
          <a:xfrm>
            <a:off x="460744" y="980623"/>
            <a:ext cx="11299456" cy="533400"/>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hasCustomPrompt="1"/>
          </p:nvPr>
        </p:nvSpPr>
        <p:spPr>
          <a:xfrm>
            <a:off x="460744" y="469900"/>
            <a:ext cx="11299456" cy="533400"/>
          </a:xfrm>
          <a:prstGeom prst="rect">
            <a:avLst/>
          </a:prstGeom>
        </p:spPr>
        <p:txBody>
          <a:bodyPr lIns="0" anchor="b"/>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sp>
        <p:nvSpPr>
          <p:cNvPr id="9" name="Text Placeholder 2"/>
          <p:cNvSpPr>
            <a:spLocks noGrp="1"/>
          </p:cNvSpPr>
          <p:nvPr>
            <p:ph type="body" sz="quarter" idx="14"/>
          </p:nvPr>
        </p:nvSpPr>
        <p:spPr>
          <a:xfrm>
            <a:off x="460744" y="29027"/>
            <a:ext cx="11299456" cy="353109"/>
          </a:xfrm>
          <a:prstGeom prst="rect">
            <a:avLst/>
          </a:prstGeom>
        </p:spPr>
        <p:txBody>
          <a:bodyPr lIns="0" anchor="ctr"/>
          <a:lstStyle>
            <a:lvl1pPr>
              <a:defRPr sz="1000">
                <a:solidFill>
                  <a:schemeClr val="tx1"/>
                </a:solidFill>
              </a:defRPr>
            </a:lvl1pPr>
          </a:lstStyle>
          <a:p>
            <a:pPr lvl="0"/>
            <a:r>
              <a:rPr lang="en-US"/>
              <a:t>Edit Master text styles</a:t>
            </a:r>
          </a:p>
        </p:txBody>
      </p:sp>
    </p:spTree>
    <p:extLst>
      <p:ext uri="{BB962C8B-B14F-4D97-AF65-F5344CB8AC3E}">
        <p14:creationId xmlns:p14="http://schemas.microsoft.com/office/powerpoint/2010/main" val="4254278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inter slide">
    <p:spTree>
      <p:nvGrpSpPr>
        <p:cNvPr id="1" name=""/>
        <p:cNvGrpSpPr/>
        <p:nvPr/>
      </p:nvGrpSpPr>
      <p:grpSpPr>
        <a:xfrm>
          <a:off x="0" y="0"/>
          <a:ext cx="0" cy="0"/>
          <a:chOff x="0" y="0"/>
          <a:chExt cx="0" cy="0"/>
        </a:xfrm>
      </p:grpSpPr>
      <p:sp>
        <p:nvSpPr>
          <p:cNvPr id="26" name="Text Placeholder 22"/>
          <p:cNvSpPr>
            <a:spLocks noGrp="1"/>
          </p:cNvSpPr>
          <p:nvPr>
            <p:ph type="body" sz="quarter" idx="13" hasCustomPrompt="1"/>
          </p:nvPr>
        </p:nvSpPr>
        <p:spPr>
          <a:xfrm>
            <a:off x="457200" y="1846944"/>
            <a:ext cx="11277600" cy="3892551"/>
          </a:xfrm>
          <a:prstGeom prst="rect">
            <a:avLst/>
          </a:prstGeom>
        </p:spPr>
        <p:txBody>
          <a:bodyPr lIns="0" anchor="t"/>
          <a:lstStyle>
            <a:lvl1pPr marL="285750" indent="-285750">
              <a:lnSpc>
                <a:spcPct val="100000"/>
              </a:lnSpc>
              <a:spcBef>
                <a:spcPts val="600"/>
              </a:spcBef>
              <a:spcAft>
                <a:spcPts val="600"/>
              </a:spcAft>
              <a:buClr>
                <a:srgbClr val="FF545F"/>
              </a:buClr>
              <a:buFont typeface="Wingdings" panose="05000000000000000000" pitchFamily="2" charset="2"/>
              <a:buChar char="§"/>
              <a:defRPr sz="1600">
                <a:solidFill>
                  <a:srgbClr val="063161"/>
                </a:solidFill>
                <a:latin typeface="Georgia" panose="02040502050405020303" pitchFamily="18" charset="0"/>
              </a:defRPr>
            </a:lvl1pPr>
            <a:lvl2pPr marL="742950" indent="-285750">
              <a:spcBef>
                <a:spcPts val="600"/>
              </a:spcBef>
              <a:spcAft>
                <a:spcPts val="600"/>
              </a:spcAft>
              <a:buClr>
                <a:srgbClr val="EA3946"/>
              </a:buClr>
              <a:buFont typeface="Arial" panose="020B0604020202020204" pitchFamily="34" charset="0"/>
              <a:buChar char="•"/>
              <a:defRPr sz="1600">
                <a:solidFill>
                  <a:srgbClr val="063161"/>
                </a:solidFill>
              </a:defRPr>
            </a:lvl2pPr>
            <a:lvl3pPr marL="1200150" indent="-285750">
              <a:spcBef>
                <a:spcPts val="600"/>
              </a:spcBef>
              <a:spcAft>
                <a:spcPts val="600"/>
              </a:spcAft>
              <a:buClr>
                <a:srgbClr val="C00000"/>
              </a:buClr>
              <a:buFont typeface="Georgia" panose="02040502050405020303" pitchFamily="18" charset="0"/>
              <a:buChar char="─"/>
              <a:defRPr sz="1200">
                <a:solidFill>
                  <a:srgbClr val="063161"/>
                </a:solidFill>
              </a:defRPr>
            </a:lvl3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a:t>
            </a:r>
            <a:r>
              <a:rPr lang="en-US" err="1"/>
              <a:t>dolore</a:t>
            </a:r>
            <a:r>
              <a:rPr lang="en-US"/>
              <a:t> </a:t>
            </a:r>
            <a:r>
              <a:rPr lang="en-US" err="1"/>
              <a:t>eu</a:t>
            </a:r>
            <a:r>
              <a:rPr lang="en-US"/>
              <a:t> </a:t>
            </a:r>
            <a:r>
              <a:rPr lang="en-US" err="1"/>
              <a:t>fugiat</a:t>
            </a:r>
            <a:r>
              <a:rPr lang="en-US"/>
              <a:t> </a:t>
            </a:r>
            <a:r>
              <a:rPr lang="en-US" err="1"/>
              <a:t>nulla</a:t>
            </a:r>
            <a:r>
              <a:rPr lang="en-US"/>
              <a:t> </a:t>
            </a:r>
            <a:r>
              <a:rPr lang="en-US" err="1"/>
              <a:t>pariatur</a:t>
            </a:r>
            <a:r>
              <a:rPr lang="en-US"/>
              <a:t>.</a:t>
            </a:r>
          </a:p>
          <a:p>
            <a:pPr lvl="1"/>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a:t>
            </a:r>
            <a:r>
              <a:rPr lang="en-US" err="1"/>
              <a:t>Sed</a:t>
            </a:r>
            <a:r>
              <a:rPr lang="en-US"/>
              <a:t>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a:t>
            </a:r>
          </a:p>
          <a:p>
            <a:pPr lvl="2"/>
            <a:r>
              <a:rPr lang="en-US" err="1"/>
              <a:t>Totam</a:t>
            </a:r>
            <a:r>
              <a:rPr lang="en-US"/>
              <a:t> rem </a:t>
            </a:r>
            <a:r>
              <a:rPr lang="en-US" err="1"/>
              <a:t>aperiam</a:t>
            </a:r>
            <a:r>
              <a:rPr lang="en-US"/>
              <a:t>, </a:t>
            </a:r>
            <a:r>
              <a:rPr lang="en-US" err="1"/>
              <a:t>eaque</a:t>
            </a:r>
            <a:r>
              <a:rPr lang="en-US"/>
              <a:t> </a:t>
            </a:r>
            <a:r>
              <a:rPr lang="en-US" err="1"/>
              <a:t>ipsa</a:t>
            </a:r>
            <a:r>
              <a:rPr lang="en-US"/>
              <a:t> quae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a:t>
            </a:r>
            <a:r>
              <a:rPr lang="en-US" err="1"/>
              <a:t>sunt</a:t>
            </a:r>
            <a:r>
              <a:rPr lang="en-US"/>
              <a: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a:t>
            </a:r>
            <a:r>
              <a:rPr lang="en-US" err="1"/>
              <a:t>sed</a:t>
            </a:r>
            <a:r>
              <a:rPr lang="en-US"/>
              <a:t>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endParaRPr lang="en-US"/>
          </a:p>
          <a:p>
            <a:pPr lvl="0"/>
            <a:r>
              <a:rPr lang="en-US"/>
              <a:t>Qui </a:t>
            </a:r>
            <a:r>
              <a:rPr lang="en-US" err="1"/>
              <a:t>ratione</a:t>
            </a:r>
            <a:r>
              <a:rPr lang="en-US"/>
              <a:t> </a:t>
            </a:r>
            <a:r>
              <a:rPr lang="en-US" err="1"/>
              <a:t>voluptatem</a:t>
            </a:r>
            <a:r>
              <a:rPr lang="en-US"/>
              <a:t> </a:t>
            </a:r>
            <a:r>
              <a:rPr lang="en-US" err="1"/>
              <a:t>sequi</a:t>
            </a:r>
            <a:r>
              <a:rPr lang="en-US"/>
              <a:t> </a:t>
            </a:r>
            <a:r>
              <a:rPr lang="en-US" err="1"/>
              <a:t>nesciunt</a:t>
            </a:r>
            <a:r>
              <a:rPr lang="en-US"/>
              <a:t>. </a:t>
            </a:r>
            <a:r>
              <a:rPr lang="en-US" err="1"/>
              <a:t>Neque</a:t>
            </a:r>
            <a:r>
              <a:rPr lang="en-US"/>
              <a:t> </a:t>
            </a:r>
            <a:r>
              <a:rPr lang="en-US" err="1"/>
              <a:t>porro</a:t>
            </a:r>
            <a:r>
              <a:rPr lang="en-US"/>
              <a:t> </a:t>
            </a:r>
            <a:r>
              <a:rPr lang="en-US" err="1"/>
              <a:t>quisquam</a:t>
            </a:r>
            <a:r>
              <a:rPr lang="en-US"/>
              <a:t> </a:t>
            </a:r>
            <a:r>
              <a:rPr lang="en-US" err="1"/>
              <a:t>est</a:t>
            </a:r>
            <a:r>
              <a:rPr lang="en-US"/>
              <a:t>, qui </a:t>
            </a:r>
            <a:r>
              <a:rPr lang="en-US" err="1"/>
              <a:t>dolorem</a:t>
            </a:r>
            <a:r>
              <a:rPr lang="en-US"/>
              <a:t> ipsum </a:t>
            </a:r>
            <a:r>
              <a:rPr lang="en-US" err="1"/>
              <a:t>quia</a:t>
            </a:r>
            <a:r>
              <a:rPr lang="en-US"/>
              <a:t> dolor sit </a:t>
            </a:r>
            <a:r>
              <a:rPr lang="en-US" err="1"/>
              <a:t>amet</a:t>
            </a:r>
            <a:r>
              <a:rPr lang="en-US"/>
              <a:t>, </a:t>
            </a:r>
            <a:r>
              <a:rPr lang="en-US" err="1"/>
              <a:t>consectetur</a:t>
            </a:r>
            <a:r>
              <a:rPr lang="en-US"/>
              <a:t>, </a:t>
            </a:r>
            <a:r>
              <a:rPr lang="en-US" err="1"/>
              <a:t>adipisci</a:t>
            </a:r>
            <a:r>
              <a:rPr lang="en-US"/>
              <a:t> </a:t>
            </a:r>
            <a:r>
              <a:rPr lang="en-US" err="1"/>
              <a:t>velit</a:t>
            </a:r>
            <a:r>
              <a:rPr lang="en-US"/>
              <a:t>, </a:t>
            </a:r>
            <a:r>
              <a:rPr lang="en-US" err="1"/>
              <a:t>sed</a:t>
            </a:r>
            <a:r>
              <a:rPr lang="en-US"/>
              <a:t> </a:t>
            </a:r>
            <a:r>
              <a:rPr lang="en-US" err="1"/>
              <a:t>quia</a:t>
            </a:r>
            <a:r>
              <a:rPr lang="en-US"/>
              <a:t> non </a:t>
            </a:r>
            <a:r>
              <a:rPr lang="en-US" err="1"/>
              <a:t>numquam</a:t>
            </a:r>
            <a:r>
              <a:rPr lang="en-US"/>
              <a:t> </a:t>
            </a:r>
            <a:r>
              <a:rPr lang="en-US" err="1"/>
              <a:t>eius</a:t>
            </a:r>
            <a:r>
              <a:rPr lang="en-US"/>
              <a:t> </a:t>
            </a:r>
            <a:r>
              <a:rPr lang="en-US" err="1"/>
              <a:t>modi</a:t>
            </a:r>
            <a:r>
              <a:rPr lang="en-US"/>
              <a:t> </a:t>
            </a:r>
            <a:r>
              <a:rPr lang="en-US" err="1"/>
              <a:t>tempora</a:t>
            </a:r>
            <a:r>
              <a:rPr lang="en-US"/>
              <a:t> </a:t>
            </a:r>
            <a:r>
              <a:rPr lang="en-US" err="1"/>
              <a:t>incidunt</a:t>
            </a:r>
            <a:r>
              <a:rPr lang="en-US"/>
              <a:t> </a:t>
            </a:r>
            <a:r>
              <a:rPr lang="en-US" err="1"/>
              <a:t>ut</a:t>
            </a:r>
            <a:r>
              <a:rPr lang="en-US"/>
              <a:t> </a:t>
            </a:r>
            <a:r>
              <a:rPr lang="en-US" err="1"/>
              <a:t>labore</a:t>
            </a:r>
            <a:r>
              <a:rPr lang="en-US"/>
              <a:t> et </a:t>
            </a:r>
            <a:r>
              <a:rPr lang="en-US" err="1"/>
              <a:t>dolore</a:t>
            </a:r>
            <a:r>
              <a:rPr lang="en-US"/>
              <a:t> </a:t>
            </a:r>
            <a:r>
              <a:rPr lang="en-US" err="1"/>
              <a:t>magnam</a:t>
            </a:r>
            <a:r>
              <a:rPr lang="en-US"/>
              <a:t> </a:t>
            </a:r>
            <a:r>
              <a:rPr lang="en-US" err="1"/>
              <a:t>aliquam</a:t>
            </a:r>
            <a:r>
              <a:rPr lang="en-US"/>
              <a:t> </a:t>
            </a:r>
            <a:r>
              <a:rPr lang="en-US" err="1"/>
              <a:t>quaerat</a:t>
            </a:r>
            <a:r>
              <a:rPr lang="en-US"/>
              <a:t> </a:t>
            </a:r>
            <a:r>
              <a:rPr lang="en-US" err="1"/>
              <a:t>voluptatem</a:t>
            </a:r>
            <a:r>
              <a:rPr lang="en-US"/>
              <a:t>.</a:t>
            </a:r>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4" name="Text Placeholder 22"/>
          <p:cNvSpPr>
            <a:spLocks noGrp="1"/>
          </p:cNvSpPr>
          <p:nvPr>
            <p:ph type="body" sz="quarter" idx="12" hasCustomPrompt="1"/>
          </p:nvPr>
        </p:nvSpPr>
        <p:spPr>
          <a:xfrm>
            <a:off x="460744" y="980623"/>
            <a:ext cx="9673856" cy="533400"/>
          </a:xfrm>
          <a:prstGeom prst="rect">
            <a:avLst/>
          </a:prstGeom>
        </p:spPr>
        <p:txBody>
          <a:bodyPr lIns="0" anchor="ctr"/>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8"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2"/>
          <p:cNvSpPr>
            <a:spLocks noGrp="1"/>
          </p:cNvSpPr>
          <p:nvPr>
            <p:ph type="body" sz="quarter" idx="14"/>
          </p:nvPr>
        </p:nvSpPr>
        <p:spPr>
          <a:xfrm>
            <a:off x="482600" y="29028"/>
            <a:ext cx="6604000" cy="228600"/>
          </a:xfrm>
          <a:prstGeom prst="rect">
            <a:avLst/>
          </a:prstGeom>
        </p:spPr>
        <p:txBody>
          <a:bodyPr lIns="0"/>
          <a:lstStyle>
            <a:lvl1pPr>
              <a:defRPr sz="1000">
                <a:solidFill>
                  <a:schemeClr val="tx1"/>
                </a:solidFill>
              </a:defRPr>
            </a:lvl1pPr>
          </a:lstStyle>
          <a:p>
            <a:pPr lvl="0"/>
            <a:r>
              <a:rPr lang="en-US"/>
              <a:t>Edit Master text styles</a:t>
            </a:r>
          </a:p>
        </p:txBody>
      </p:sp>
      <p:sp>
        <p:nvSpPr>
          <p:cNvPr id="9" name="Title 1"/>
          <p:cNvSpPr>
            <a:spLocks noGrp="1"/>
          </p:cNvSpPr>
          <p:nvPr>
            <p:ph type="title" hasCustomPrompt="1"/>
          </p:nvPr>
        </p:nvSpPr>
        <p:spPr>
          <a:xfrm>
            <a:off x="460744" y="469900"/>
            <a:ext cx="11299456" cy="533400"/>
          </a:xfrm>
          <a:prstGeom prst="rect">
            <a:avLst/>
          </a:prstGeom>
        </p:spPr>
        <p:txBody>
          <a:bodyPr lIns="0" anchor="ctr"/>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spTree>
    <p:extLst>
      <p:ext uri="{BB962C8B-B14F-4D97-AF65-F5344CB8AC3E}">
        <p14:creationId xmlns:p14="http://schemas.microsoft.com/office/powerpoint/2010/main" val="1600986420"/>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lang="en-US" sz="800" smtClean="0">
                <a:solidFill>
                  <a:schemeClr val="tx1"/>
                </a:solidFill>
                <a:ea typeface="Calibri" charset="0"/>
                <a:cs typeface="Calibri" charset="0"/>
              </a:defRPr>
            </a:lvl1pPr>
          </a:lstStyle>
          <a:p>
            <a:pPr lvl="0"/>
            <a:r>
              <a:rPr lang="en-US" sz="800">
                <a:solidFill>
                  <a:srgbClr val="44546A"/>
                </a:solidFill>
                <a:latin typeface="+mn-lt"/>
                <a:ea typeface="Calibri" charset="0"/>
                <a:cs typeface="Calibri" charset="0"/>
              </a:rPr>
              <a:t>©</a:t>
            </a:r>
            <a:r>
              <a:rPr lang="en-IN"/>
              <a:t> 2020 Copyright Genpact. All Rights Reserved.</a:t>
            </a:r>
          </a:p>
        </p:txBody>
      </p:sp>
      <p:pic>
        <p:nvPicPr>
          <p:cNvPr id="49" name="Picture 48"/>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8001000" y="0"/>
            <a:ext cx="4191000" cy="4309139"/>
          </a:xfrm>
          <a:prstGeom prst="rect">
            <a:avLst/>
          </a:prstGeom>
        </p:spPr>
      </p:pic>
      <p:pic>
        <p:nvPicPr>
          <p:cNvPr id="6" name="Picture 3"/>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82601" y="5181600"/>
            <a:ext cx="2412999" cy="887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hasCustomPrompt="1"/>
          </p:nvPr>
        </p:nvSpPr>
        <p:spPr>
          <a:xfrm>
            <a:off x="457200" y="2521525"/>
            <a:ext cx="5791200" cy="1143000"/>
          </a:xfrm>
          <a:prstGeom prst="rect">
            <a:avLst/>
          </a:prstGeom>
        </p:spPr>
        <p:txBody>
          <a:bodyPr lIns="0"/>
          <a:lstStyle>
            <a:lvl1pPr>
              <a:defRPr lang="en-US" sz="8800" baseline="0" dirty="0">
                <a:solidFill>
                  <a:schemeClr val="accent3"/>
                </a:solidFill>
                <a:latin typeface="+mn-lt"/>
                <a:ea typeface="+mn-ea"/>
                <a:cs typeface="+mn-cs"/>
              </a:defRPr>
            </a:lvl1pPr>
          </a:lstStyle>
          <a:p>
            <a:pPr lvl="0"/>
            <a:r>
              <a:rPr lang="en-US"/>
              <a:t>Thank you.</a:t>
            </a:r>
            <a:endParaRPr lang="en-IN"/>
          </a:p>
        </p:txBody>
      </p:sp>
    </p:spTree>
    <p:extLst>
      <p:ext uri="{BB962C8B-B14F-4D97-AF65-F5344CB8AC3E}">
        <p14:creationId xmlns:p14="http://schemas.microsoft.com/office/powerpoint/2010/main" val="2376724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Pointer slid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57200" y="471715"/>
            <a:ext cx="11277600" cy="533400"/>
          </a:xfrm>
          <a:prstGeom prst="rect">
            <a:avLst/>
          </a:prstGeom>
        </p:spPr>
        <p:txBody>
          <a:bodyPr lIns="0" rIns="0" anchor="t" anchorCtr="0"/>
          <a:lstStyle>
            <a:lvl1pPr>
              <a:defRPr sz="3000">
                <a:solidFill>
                  <a:schemeClr val="tx1"/>
                </a:solidFill>
                <a:latin typeface="Georgia" panose="02040502050405020303" pitchFamily="18" charset="0"/>
              </a:defRPr>
            </a:lvl1pPr>
          </a:lstStyle>
          <a:p>
            <a:pPr lvl="0"/>
            <a:r>
              <a:rPr lang="en-US"/>
              <a:t>Content slide title goes here</a:t>
            </a:r>
          </a:p>
        </p:txBody>
      </p:sp>
      <p:pic>
        <p:nvPicPr>
          <p:cNvPr id="6" name="Picture 2">
            <a:extLst>
              <a:ext uri="{FF2B5EF4-FFF2-40B4-BE49-F238E27FC236}">
                <a16:creationId xmlns:a16="http://schemas.microsoft.com/office/drawing/2014/main" id="{34633A08-4C37-4CC3-A2EF-74DBF0150E58}"/>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079270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Content and Picture">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71715"/>
            <a:ext cx="7235456" cy="533400"/>
          </a:xfrm>
          <a:prstGeom prst="rect">
            <a:avLst/>
          </a:prstGeom>
        </p:spPr>
        <p:txBody>
          <a:bodyPr lIns="0" anchor="ctr"/>
          <a:lstStyle>
            <a:lvl1pPr>
              <a:defRPr sz="3000" baseline="0">
                <a:solidFill>
                  <a:srgbClr val="063161"/>
                </a:solidFill>
                <a:latin typeface="Georgia" panose="02040502050405020303" pitchFamily="18" charset="0"/>
              </a:defRPr>
            </a:lvl1pPr>
          </a:lstStyle>
          <a:p>
            <a:pPr lvl="0"/>
            <a:r>
              <a:rPr lang="en-IN"/>
              <a:t>Content slide title goes here</a:t>
            </a:r>
            <a:endParaRPr lang="en-US"/>
          </a:p>
        </p:txBody>
      </p:sp>
      <p:sp>
        <p:nvSpPr>
          <p:cNvPr id="15" name="Text Placeholder 22"/>
          <p:cNvSpPr>
            <a:spLocks noGrp="1"/>
          </p:cNvSpPr>
          <p:nvPr>
            <p:ph type="body" sz="quarter" idx="12" hasCustomPrompt="1"/>
          </p:nvPr>
        </p:nvSpPr>
        <p:spPr>
          <a:xfrm>
            <a:off x="460744" y="980623"/>
            <a:ext cx="9673856" cy="533400"/>
          </a:xfrm>
          <a:prstGeom prst="rect">
            <a:avLst/>
          </a:prstGeom>
        </p:spPr>
        <p:txBody>
          <a:bodyPr lIns="0" anchor="ctr"/>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3052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d-ID"/>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p:cNvSpPr>
            <a:spLocks noGrp="1"/>
          </p:cNvSpPr>
          <p:nvPr>
            <p:ph type="dt" sz="half" idx="10"/>
          </p:nvPr>
        </p:nvSpPr>
        <p:spPr/>
        <p:txBody>
          <a:bodyPr/>
          <a:lstStyle/>
          <a:p>
            <a:fld id="{71978F17-CF6F-441E-9FAD-6FDD72241087}" type="datetimeFigureOut">
              <a:rPr lang="id-ID" smtClean="0"/>
              <a:t>29/10/2025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B547E0D5-C779-4B48-9D09-DC37D8A4644B}" type="slidenum">
              <a:rPr lang="id-ID" smtClean="0"/>
              <a:t>‹#›</a:t>
            </a:fld>
            <a:endParaRPr lang="id-ID"/>
          </a:p>
        </p:txBody>
      </p:sp>
    </p:spTree>
    <p:extLst>
      <p:ext uri="{BB962C8B-B14F-4D97-AF65-F5344CB8AC3E}">
        <p14:creationId xmlns:p14="http://schemas.microsoft.com/office/powerpoint/2010/main" val="2409384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Pointer slid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57200" y="471715"/>
            <a:ext cx="11277600" cy="533400"/>
          </a:xfrm>
          <a:prstGeom prst="rect">
            <a:avLst/>
          </a:prstGeom>
        </p:spPr>
        <p:txBody>
          <a:bodyPr lIns="0" rIns="0" anchor="t"/>
          <a:lstStyle>
            <a:lvl1pPr>
              <a:defRPr sz="3000">
                <a:solidFill>
                  <a:schemeClr val="tx1"/>
                </a:solidFill>
                <a:latin typeface="Georgia" panose="02040502050405020303" pitchFamily="18" charset="0"/>
              </a:defRPr>
            </a:lvl1pPr>
          </a:lstStyle>
          <a:p>
            <a:pPr lvl="0"/>
            <a:r>
              <a:rPr lang="en-US"/>
              <a:t>Content slide title goes here</a:t>
            </a:r>
          </a:p>
        </p:txBody>
      </p:sp>
      <p:sp>
        <p:nvSpPr>
          <p:cNvPr id="3" name="Text Placeholder 2"/>
          <p:cNvSpPr>
            <a:spLocks noGrp="1"/>
          </p:cNvSpPr>
          <p:nvPr>
            <p:ph type="body" sz="quarter" idx="13"/>
          </p:nvPr>
        </p:nvSpPr>
        <p:spPr>
          <a:xfrm>
            <a:off x="457200" y="12700"/>
            <a:ext cx="11274552" cy="366712"/>
          </a:xfrm>
          <a:prstGeom prst="rect">
            <a:avLst/>
          </a:prstGeom>
        </p:spPr>
        <p:txBody>
          <a:bodyPr lIns="0" rIns="0" anchor="ctr" anchorCtr="0"/>
          <a:lstStyle>
            <a:lvl1pPr>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945494749"/>
      </p:ext>
    </p:extLst>
  </p:cSld>
  <p:clrMapOvr>
    <a:masterClrMapping/>
  </p:clrMapOvr>
  <p:extLst>
    <p:ext uri="{DCECCB84-F9BA-43D5-87BE-67443E8EF086}">
      <p15:sldGuideLst xmlns:p15="http://schemas.microsoft.com/office/powerpoint/2012/main">
        <p15:guide id="2" pos="279">
          <p15:clr>
            <a:srgbClr val="FBAE40"/>
          </p15:clr>
        </p15:guide>
        <p15:guide id="3" pos="7401">
          <p15:clr>
            <a:srgbClr val="FBAE40"/>
          </p15:clr>
        </p15:guide>
        <p15:guide id="5" orient="horz" pos="777">
          <p15:clr>
            <a:srgbClr val="FBAE40"/>
          </p15:clr>
        </p15:guide>
        <p15:guide id="6" orient="horz" pos="399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Pointer slid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33" name="Text Placeholder 22"/>
          <p:cNvSpPr>
            <a:spLocks noGrp="1"/>
          </p:cNvSpPr>
          <p:nvPr>
            <p:ph type="body" sz="quarter" idx="11" hasCustomPrompt="1"/>
          </p:nvPr>
        </p:nvSpPr>
        <p:spPr>
          <a:xfrm>
            <a:off x="457200" y="471715"/>
            <a:ext cx="11277600" cy="533400"/>
          </a:xfrm>
          <a:prstGeom prst="rect">
            <a:avLst/>
          </a:prstGeom>
        </p:spPr>
        <p:txBody>
          <a:bodyPr lIns="0" rIns="0" anchor="t" anchorCtr="0"/>
          <a:lstStyle>
            <a:lvl1pPr>
              <a:defRPr sz="3000">
                <a:solidFill>
                  <a:schemeClr val="tx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57200" y="976087"/>
            <a:ext cx="11277600" cy="533400"/>
          </a:xfrm>
          <a:prstGeom prst="rect">
            <a:avLst/>
          </a:prstGeom>
        </p:spPr>
        <p:txBody>
          <a:bodyPr lIns="0" rIns="0" anchor="t" anchorCtr="0"/>
          <a:lstStyle>
            <a:lvl1pPr>
              <a:defRPr sz="2200">
                <a:solidFill>
                  <a:schemeClr val="tx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3" name="Text Placeholder 2"/>
          <p:cNvSpPr>
            <a:spLocks noGrp="1"/>
          </p:cNvSpPr>
          <p:nvPr>
            <p:ph type="body" sz="quarter" idx="13"/>
          </p:nvPr>
        </p:nvSpPr>
        <p:spPr>
          <a:xfrm>
            <a:off x="457200" y="12700"/>
            <a:ext cx="11274552" cy="366712"/>
          </a:xfrm>
          <a:prstGeom prst="rect">
            <a:avLst/>
          </a:prstGeom>
        </p:spPr>
        <p:txBody>
          <a:bodyPr lIns="0" rIns="0" anchor="ctr" anchorCtr="0"/>
          <a:lstStyle>
            <a:lvl1pPr>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p:txBody>
      </p:sp>
      <p:sp>
        <p:nvSpPr>
          <p:cNvPr id="8" name="TextBox 7"/>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10" name="Picture 2">
            <a:extLst>
              <a:ext uri="{FF2B5EF4-FFF2-40B4-BE49-F238E27FC236}">
                <a16:creationId xmlns:a16="http://schemas.microsoft.com/office/drawing/2014/main" id="{0B1FDBD9-8B9D-4DC3-87BB-F12A75D40895}"/>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4853492"/>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Use_Genpact">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60744" y="471715"/>
            <a:ext cx="11272262" cy="1037772"/>
          </a:xfrm>
          <a:prstGeom prst="rect">
            <a:avLst/>
          </a:prstGeom>
        </p:spPr>
        <p:txBody>
          <a:bodyPr lIns="0" anchor="t"/>
          <a:lstStyle>
            <a:lvl1pPr>
              <a:defRPr sz="3000">
                <a:solidFill>
                  <a:srgbClr val="06316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60744" y="976087"/>
            <a:ext cx="11274056" cy="533400"/>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7" name="Picture 2">
            <a:extLst>
              <a:ext uri="{FF2B5EF4-FFF2-40B4-BE49-F238E27FC236}">
                <a16:creationId xmlns:a16="http://schemas.microsoft.com/office/drawing/2014/main" id="{40AC7825-FADD-4B94-9F03-DBC9C97A1891}"/>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6583838"/>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and Picture with White Background">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71715"/>
            <a:ext cx="11267060" cy="965200"/>
          </a:xfrm>
          <a:prstGeom prst="rect">
            <a:avLst/>
          </a:prstGeom>
        </p:spPr>
        <p:txBody>
          <a:bodyPr lIns="0" anchor="t"/>
          <a:lstStyle>
            <a:lvl1pPr>
              <a:defRPr sz="2800" baseline="0">
                <a:solidFill>
                  <a:srgbClr val="063161"/>
                </a:solidFill>
                <a:latin typeface="Georgia" panose="02040502050405020303" pitchFamily="18" charset="0"/>
              </a:defRPr>
            </a:lvl1pPr>
          </a:lstStyle>
          <a:p>
            <a:pPr lvl="0"/>
            <a:r>
              <a:rPr lang="en-IN"/>
              <a:t>Content slide title goes here</a:t>
            </a:r>
            <a:endParaRPr lang="en-US"/>
          </a:p>
        </p:txBody>
      </p:sp>
      <p:sp>
        <p:nvSpPr>
          <p:cNvPr id="15" name="Text Placeholder 22"/>
          <p:cNvSpPr>
            <a:spLocks noGrp="1"/>
          </p:cNvSpPr>
          <p:nvPr>
            <p:ph type="body" sz="quarter" idx="12" hasCustomPrompt="1"/>
          </p:nvPr>
        </p:nvSpPr>
        <p:spPr>
          <a:xfrm>
            <a:off x="460744" y="976259"/>
            <a:ext cx="11267060" cy="460656"/>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a:extLst>
              <a:ext uri="{FF2B5EF4-FFF2-40B4-BE49-F238E27FC236}">
                <a16:creationId xmlns:a16="http://schemas.microsoft.com/office/drawing/2014/main" id="{EFC5EC5A-7801-4D3D-8F02-C6FBE77FD99F}"/>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8525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GENPACT">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57200" y="444418"/>
            <a:ext cx="11277600" cy="1204685"/>
          </a:xfrm>
          <a:prstGeom prst="rect">
            <a:avLst/>
          </a:prstGeom>
        </p:spPr>
        <p:txBody>
          <a:bodyPr lIns="0" rIns="0" anchor="t"/>
          <a:lstStyle>
            <a:lvl1pPr>
              <a:defRPr sz="3000">
                <a:solidFill>
                  <a:srgbClr val="06316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57200" y="948790"/>
            <a:ext cx="11277600" cy="700313"/>
          </a:xfrm>
          <a:prstGeom prst="rect">
            <a:avLst/>
          </a:prstGeom>
        </p:spPr>
        <p:txBody>
          <a:bodyPr lIns="0" rIns="0" anchor="t"/>
          <a:lstStyle>
            <a:lvl1pPr>
              <a:defRPr sz="18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7" name="Picture 2">
            <a:extLst>
              <a:ext uri="{FF2B5EF4-FFF2-40B4-BE49-F238E27FC236}">
                <a16:creationId xmlns:a16="http://schemas.microsoft.com/office/drawing/2014/main" id="{20ED5E71-C4F3-4FFF-9273-F7D52479E314}"/>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967867"/>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GENPACT">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57200" y="444418"/>
            <a:ext cx="11277600" cy="1204685"/>
          </a:xfrm>
          <a:prstGeom prst="rect">
            <a:avLst/>
          </a:prstGeom>
        </p:spPr>
        <p:txBody>
          <a:bodyPr lIns="0" rIns="0" anchor="t"/>
          <a:lstStyle>
            <a:lvl1pPr>
              <a:defRPr sz="3000">
                <a:solidFill>
                  <a:srgbClr val="06316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57200" y="948790"/>
            <a:ext cx="11277600" cy="700313"/>
          </a:xfrm>
          <a:prstGeom prst="rect">
            <a:avLst/>
          </a:prstGeom>
        </p:spPr>
        <p:txBody>
          <a:bodyPr lIns="0" rIns="0" anchor="t"/>
          <a:lstStyle>
            <a:lvl1pPr>
              <a:defRPr sz="18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1" name="Text Placeholder 22"/>
          <p:cNvSpPr>
            <a:spLocks noGrp="1"/>
          </p:cNvSpPr>
          <p:nvPr>
            <p:ph type="body" sz="quarter" idx="15" hasCustomPrompt="1"/>
          </p:nvPr>
        </p:nvSpPr>
        <p:spPr>
          <a:xfrm>
            <a:off x="457200" y="62593"/>
            <a:ext cx="8678335" cy="294521"/>
          </a:xfrm>
          <a:prstGeom prst="rect">
            <a:avLst/>
          </a:prstGeom>
        </p:spPr>
        <p:txBody>
          <a:bodyPr lIns="0" rIns="0" anchor="ctr"/>
          <a:lstStyle>
            <a:lvl1pPr>
              <a:defRPr sz="10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8" name="Picture 2">
            <a:extLst>
              <a:ext uri="{FF2B5EF4-FFF2-40B4-BE49-F238E27FC236}">
                <a16:creationId xmlns:a16="http://schemas.microsoft.com/office/drawing/2014/main" id="{185D73AC-0BCE-4CCB-83AF-3DC90C3F96D4}"/>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6329222"/>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7_Pointer slide">
    <p:spTree>
      <p:nvGrpSpPr>
        <p:cNvPr id="1" name=""/>
        <p:cNvGrpSpPr/>
        <p:nvPr/>
      </p:nvGrpSpPr>
      <p:grpSpPr>
        <a:xfrm>
          <a:off x="0" y="0"/>
          <a:ext cx="0" cy="0"/>
          <a:chOff x="0" y="0"/>
          <a:chExt cx="0" cy="0"/>
        </a:xfrm>
      </p:grpSpPr>
      <p:sp>
        <p:nvSpPr>
          <p:cNvPr id="26" name="Text Placeholder 22"/>
          <p:cNvSpPr>
            <a:spLocks noGrp="1"/>
          </p:cNvSpPr>
          <p:nvPr>
            <p:ph type="body" sz="quarter" idx="13" hasCustomPrompt="1"/>
          </p:nvPr>
        </p:nvSpPr>
        <p:spPr>
          <a:xfrm>
            <a:off x="457200" y="1846944"/>
            <a:ext cx="11277600" cy="3892551"/>
          </a:xfrm>
          <a:prstGeom prst="rect">
            <a:avLst/>
          </a:prstGeom>
        </p:spPr>
        <p:txBody>
          <a:bodyPr anchor="t"/>
          <a:lstStyle>
            <a:lvl1pPr marL="285750" indent="-285750">
              <a:lnSpc>
                <a:spcPct val="100000"/>
              </a:lnSpc>
              <a:spcBef>
                <a:spcPts val="600"/>
              </a:spcBef>
              <a:spcAft>
                <a:spcPts val="600"/>
              </a:spcAft>
              <a:buClr>
                <a:srgbClr val="FF545F"/>
              </a:buClr>
              <a:buFont typeface="Wingdings" panose="05000000000000000000" pitchFamily="2" charset="2"/>
              <a:buChar char="§"/>
              <a:defRPr sz="1600">
                <a:solidFill>
                  <a:srgbClr val="063161"/>
                </a:solidFill>
                <a:latin typeface="Georgia" panose="02040502050405020303" pitchFamily="18" charset="0"/>
              </a:defRPr>
            </a:lvl1pPr>
            <a:lvl2pPr marL="742950" indent="-285750">
              <a:spcBef>
                <a:spcPts val="600"/>
              </a:spcBef>
              <a:spcAft>
                <a:spcPts val="600"/>
              </a:spcAft>
              <a:buClr>
                <a:srgbClr val="EA3946"/>
              </a:buClr>
              <a:buFont typeface="Arial" panose="020B0604020202020204" pitchFamily="34" charset="0"/>
              <a:buChar char="•"/>
              <a:defRPr sz="1600">
                <a:solidFill>
                  <a:srgbClr val="063161"/>
                </a:solidFill>
              </a:defRPr>
            </a:lvl2pPr>
            <a:lvl3pPr marL="1200150" indent="-285750">
              <a:spcBef>
                <a:spcPts val="600"/>
              </a:spcBef>
              <a:spcAft>
                <a:spcPts val="600"/>
              </a:spcAft>
              <a:buClr>
                <a:srgbClr val="C00000"/>
              </a:buClr>
              <a:buFont typeface="Georgia" panose="02040502050405020303" pitchFamily="18" charset="0"/>
              <a:buChar char="─"/>
              <a:defRPr sz="1200">
                <a:solidFill>
                  <a:srgbClr val="063161"/>
                </a:solidFill>
              </a:defRPr>
            </a:lvl3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a:t>
            </a:r>
            <a:r>
              <a:rPr lang="en-US" err="1"/>
              <a:t>dolore</a:t>
            </a:r>
            <a:r>
              <a:rPr lang="en-US"/>
              <a:t> </a:t>
            </a:r>
            <a:r>
              <a:rPr lang="en-US" err="1"/>
              <a:t>eu</a:t>
            </a:r>
            <a:r>
              <a:rPr lang="en-US"/>
              <a:t> </a:t>
            </a:r>
            <a:r>
              <a:rPr lang="en-US" err="1"/>
              <a:t>fugiat</a:t>
            </a:r>
            <a:r>
              <a:rPr lang="en-US"/>
              <a:t> </a:t>
            </a:r>
            <a:r>
              <a:rPr lang="en-US" err="1"/>
              <a:t>nulla</a:t>
            </a:r>
            <a:r>
              <a:rPr lang="en-US"/>
              <a:t> </a:t>
            </a:r>
            <a:r>
              <a:rPr lang="en-US" err="1"/>
              <a:t>pariatur</a:t>
            </a:r>
            <a:r>
              <a:rPr lang="en-US"/>
              <a:t>.</a:t>
            </a:r>
          </a:p>
          <a:p>
            <a:pPr lvl="1"/>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a:t>
            </a:r>
            <a:r>
              <a:rPr lang="en-US" err="1"/>
              <a:t>Sed</a:t>
            </a:r>
            <a:r>
              <a:rPr lang="en-US"/>
              <a:t>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a:t>
            </a:r>
          </a:p>
          <a:p>
            <a:pPr lvl="2"/>
            <a:r>
              <a:rPr lang="en-US" err="1"/>
              <a:t>Totam</a:t>
            </a:r>
            <a:r>
              <a:rPr lang="en-US"/>
              <a:t> rem </a:t>
            </a:r>
            <a:r>
              <a:rPr lang="en-US" err="1"/>
              <a:t>aperiam</a:t>
            </a:r>
            <a:r>
              <a:rPr lang="en-US"/>
              <a:t>, </a:t>
            </a:r>
            <a:r>
              <a:rPr lang="en-US" err="1"/>
              <a:t>eaque</a:t>
            </a:r>
            <a:r>
              <a:rPr lang="en-US"/>
              <a:t> </a:t>
            </a:r>
            <a:r>
              <a:rPr lang="en-US" err="1"/>
              <a:t>ipsa</a:t>
            </a:r>
            <a:r>
              <a:rPr lang="en-US"/>
              <a:t> quae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a:t>
            </a:r>
            <a:r>
              <a:rPr lang="en-US" err="1"/>
              <a:t>sunt</a:t>
            </a:r>
            <a:r>
              <a:rPr lang="en-US"/>
              <a: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a:t>
            </a:r>
            <a:r>
              <a:rPr lang="en-US" err="1"/>
              <a:t>sed</a:t>
            </a:r>
            <a:r>
              <a:rPr lang="en-US"/>
              <a:t>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endParaRPr lang="en-US"/>
          </a:p>
          <a:p>
            <a:pPr lvl="0"/>
            <a:r>
              <a:rPr lang="en-US"/>
              <a:t>Qui </a:t>
            </a:r>
            <a:r>
              <a:rPr lang="en-US" err="1"/>
              <a:t>ratione</a:t>
            </a:r>
            <a:r>
              <a:rPr lang="en-US"/>
              <a:t> </a:t>
            </a:r>
            <a:r>
              <a:rPr lang="en-US" err="1"/>
              <a:t>voluptatem</a:t>
            </a:r>
            <a:r>
              <a:rPr lang="en-US"/>
              <a:t> </a:t>
            </a:r>
            <a:r>
              <a:rPr lang="en-US" err="1"/>
              <a:t>sequi</a:t>
            </a:r>
            <a:r>
              <a:rPr lang="en-US"/>
              <a:t> </a:t>
            </a:r>
            <a:r>
              <a:rPr lang="en-US" err="1"/>
              <a:t>nesciunt</a:t>
            </a:r>
            <a:r>
              <a:rPr lang="en-US"/>
              <a:t>. </a:t>
            </a:r>
            <a:r>
              <a:rPr lang="en-US" err="1"/>
              <a:t>Neque</a:t>
            </a:r>
            <a:r>
              <a:rPr lang="en-US"/>
              <a:t> </a:t>
            </a:r>
            <a:r>
              <a:rPr lang="en-US" err="1"/>
              <a:t>porro</a:t>
            </a:r>
            <a:r>
              <a:rPr lang="en-US"/>
              <a:t> </a:t>
            </a:r>
            <a:r>
              <a:rPr lang="en-US" err="1"/>
              <a:t>quisquam</a:t>
            </a:r>
            <a:r>
              <a:rPr lang="en-US"/>
              <a:t> </a:t>
            </a:r>
            <a:r>
              <a:rPr lang="en-US" err="1"/>
              <a:t>est</a:t>
            </a:r>
            <a:r>
              <a:rPr lang="en-US"/>
              <a:t>, qui </a:t>
            </a:r>
            <a:r>
              <a:rPr lang="en-US" err="1"/>
              <a:t>dolorem</a:t>
            </a:r>
            <a:r>
              <a:rPr lang="en-US"/>
              <a:t> ipsum </a:t>
            </a:r>
            <a:r>
              <a:rPr lang="en-US" err="1"/>
              <a:t>quia</a:t>
            </a:r>
            <a:r>
              <a:rPr lang="en-US"/>
              <a:t> dolor sit </a:t>
            </a:r>
            <a:r>
              <a:rPr lang="en-US" err="1"/>
              <a:t>amet</a:t>
            </a:r>
            <a:r>
              <a:rPr lang="en-US"/>
              <a:t>, </a:t>
            </a:r>
            <a:r>
              <a:rPr lang="en-US" err="1"/>
              <a:t>consectetur</a:t>
            </a:r>
            <a:r>
              <a:rPr lang="en-US"/>
              <a:t>, </a:t>
            </a:r>
            <a:r>
              <a:rPr lang="en-US" err="1"/>
              <a:t>adipisci</a:t>
            </a:r>
            <a:r>
              <a:rPr lang="en-US"/>
              <a:t> </a:t>
            </a:r>
            <a:r>
              <a:rPr lang="en-US" err="1"/>
              <a:t>velit</a:t>
            </a:r>
            <a:r>
              <a:rPr lang="en-US"/>
              <a:t>, </a:t>
            </a:r>
            <a:r>
              <a:rPr lang="en-US" err="1"/>
              <a:t>sed</a:t>
            </a:r>
            <a:r>
              <a:rPr lang="en-US"/>
              <a:t> </a:t>
            </a:r>
            <a:r>
              <a:rPr lang="en-US" err="1"/>
              <a:t>quia</a:t>
            </a:r>
            <a:r>
              <a:rPr lang="en-US"/>
              <a:t> non </a:t>
            </a:r>
            <a:r>
              <a:rPr lang="en-US" err="1"/>
              <a:t>numquam</a:t>
            </a:r>
            <a:r>
              <a:rPr lang="en-US"/>
              <a:t> </a:t>
            </a:r>
            <a:r>
              <a:rPr lang="en-US" err="1"/>
              <a:t>eius</a:t>
            </a:r>
            <a:r>
              <a:rPr lang="en-US"/>
              <a:t> </a:t>
            </a:r>
            <a:r>
              <a:rPr lang="en-US" err="1"/>
              <a:t>modi</a:t>
            </a:r>
            <a:r>
              <a:rPr lang="en-US"/>
              <a:t> </a:t>
            </a:r>
            <a:r>
              <a:rPr lang="en-US" err="1"/>
              <a:t>tempora</a:t>
            </a:r>
            <a:r>
              <a:rPr lang="en-US"/>
              <a:t> </a:t>
            </a:r>
            <a:r>
              <a:rPr lang="en-US" err="1"/>
              <a:t>incidunt</a:t>
            </a:r>
            <a:r>
              <a:rPr lang="en-US"/>
              <a:t> </a:t>
            </a:r>
            <a:r>
              <a:rPr lang="en-US" err="1"/>
              <a:t>ut</a:t>
            </a:r>
            <a:r>
              <a:rPr lang="en-US"/>
              <a:t> </a:t>
            </a:r>
            <a:r>
              <a:rPr lang="en-US" err="1"/>
              <a:t>labore</a:t>
            </a:r>
            <a:r>
              <a:rPr lang="en-US"/>
              <a:t> et </a:t>
            </a:r>
            <a:r>
              <a:rPr lang="en-US" err="1"/>
              <a:t>dolore</a:t>
            </a:r>
            <a:r>
              <a:rPr lang="en-US"/>
              <a:t> </a:t>
            </a:r>
            <a:r>
              <a:rPr lang="en-US" err="1"/>
              <a:t>magnam</a:t>
            </a:r>
            <a:r>
              <a:rPr lang="en-US"/>
              <a:t> </a:t>
            </a:r>
            <a:r>
              <a:rPr lang="en-US" err="1"/>
              <a:t>aliquam</a:t>
            </a:r>
            <a:r>
              <a:rPr lang="en-US"/>
              <a:t> </a:t>
            </a:r>
            <a:r>
              <a:rPr lang="en-US" err="1"/>
              <a:t>quaerat</a:t>
            </a:r>
            <a:r>
              <a:rPr lang="en-US"/>
              <a:t> </a:t>
            </a:r>
            <a:r>
              <a:rPr lang="en-US" err="1"/>
              <a:t>voluptatem</a:t>
            </a:r>
            <a:r>
              <a:rPr lang="en-US"/>
              <a:t>.</a:t>
            </a:r>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60744" y="471715"/>
            <a:ext cx="11272262" cy="533400"/>
          </a:xfrm>
          <a:prstGeom prst="rect">
            <a:avLst/>
          </a:prstGeom>
        </p:spPr>
        <p:txBody>
          <a:bodyPr lIns="0" anchor="t"/>
          <a:lstStyle>
            <a:lvl1pPr>
              <a:defRPr sz="3000">
                <a:solidFill>
                  <a:srgbClr val="06316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60744" y="976087"/>
            <a:ext cx="11274056" cy="533400"/>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8" name="Picture 2">
            <a:extLst>
              <a:ext uri="{FF2B5EF4-FFF2-40B4-BE49-F238E27FC236}">
                <a16:creationId xmlns:a16="http://schemas.microsoft.com/office/drawing/2014/main" id="{1C06C7D2-76A2-4FA7-8219-FAC568E935F8}"/>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719132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Pointer slid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33" name="Text Placeholder 22"/>
          <p:cNvSpPr>
            <a:spLocks noGrp="1"/>
          </p:cNvSpPr>
          <p:nvPr>
            <p:ph type="body" sz="quarter" idx="11" hasCustomPrompt="1"/>
          </p:nvPr>
        </p:nvSpPr>
        <p:spPr>
          <a:xfrm>
            <a:off x="457200" y="471715"/>
            <a:ext cx="11277600" cy="533400"/>
          </a:xfrm>
          <a:prstGeom prst="rect">
            <a:avLst/>
          </a:prstGeom>
        </p:spPr>
        <p:txBody>
          <a:bodyPr lIns="0" rIns="0" anchor="t" anchorCtr="0"/>
          <a:lstStyle>
            <a:lvl1pPr>
              <a:defRPr sz="3000">
                <a:solidFill>
                  <a:schemeClr val="tx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57200" y="976087"/>
            <a:ext cx="11277600" cy="533400"/>
          </a:xfrm>
          <a:prstGeom prst="rect">
            <a:avLst/>
          </a:prstGeom>
        </p:spPr>
        <p:txBody>
          <a:bodyPr lIns="0" rIns="0" anchor="t" anchorCtr="0"/>
          <a:lstStyle>
            <a:lvl1pPr>
              <a:defRPr sz="2200">
                <a:solidFill>
                  <a:schemeClr val="tx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7" name="TextBox 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9" name="Picture 2">
            <a:extLst>
              <a:ext uri="{FF2B5EF4-FFF2-40B4-BE49-F238E27FC236}">
                <a16:creationId xmlns:a16="http://schemas.microsoft.com/office/drawing/2014/main" id="{FAF602A9-DD3C-4252-85E0-54E035051C4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7501767"/>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rotWithShape="1">
          <a:blip r:embed="rId23" cstate="email">
            <a:extLst>
              <a:ext uri="{28A0092B-C50C-407E-A947-70E740481C1C}">
                <a14:useLocalDpi xmlns:a14="http://schemas.microsoft.com/office/drawing/2010/main"/>
              </a:ext>
            </a:extLst>
          </a:blip>
          <a:srcRect/>
          <a:stretch/>
        </p:blipFill>
        <p:spPr bwMode="auto">
          <a:xfrm>
            <a:off x="0" y="1"/>
            <a:ext cx="12192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28423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hdr="0" ftr="0" dt="0"/>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1" y="407340"/>
            <a:ext cx="11277600" cy="11075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p:cNvSpPr/>
          <p:nvPr/>
        </p:nvSpPr>
        <p:spPr>
          <a:xfrm>
            <a:off x="777791" y="320235"/>
            <a:ext cx="1936380" cy="1229456"/>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p:cNvSpPr/>
          <p:nvPr/>
        </p:nvSpPr>
        <p:spPr>
          <a:xfrm>
            <a:off x="457201" y="909247"/>
            <a:ext cx="320590" cy="6121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Box 31"/>
          <p:cNvSpPr txBox="1"/>
          <p:nvPr/>
        </p:nvSpPr>
        <p:spPr>
          <a:xfrm>
            <a:off x="2840043" y="468946"/>
            <a:ext cx="3816334" cy="369332"/>
          </a:xfrm>
          <a:prstGeom prst="rect">
            <a:avLst/>
          </a:prstGeom>
          <a:noFill/>
        </p:spPr>
        <p:txBody>
          <a:bodyPr wrap="square" lIns="91440" tIns="45720" rIns="91440" bIns="45720" rtlCol="0" anchor="t">
            <a:spAutoFit/>
          </a:bodyPr>
          <a:lstStyle/>
          <a:p>
            <a:pPr lvl="0">
              <a:defRPr/>
            </a:pPr>
            <a:r>
              <a:rPr lang="en-US" b="1" dirty="0">
                <a:solidFill>
                  <a:prstClr val="white"/>
                </a:solidFill>
                <a:latin typeface="Calibri" panose="020F0502020204030204"/>
                <a:ea typeface="Calibri"/>
                <a:cs typeface="Calibri"/>
              </a:rPr>
              <a:t>Naveen</a:t>
            </a:r>
            <a:endParaRPr lang="en-US" sz="1800" b="1" i="0" u="none" strike="noStrike" kern="1200" cap="none" spc="0" normalizeH="0" baseline="0" noProof="0" dirty="0">
              <a:ln>
                <a:noFill/>
              </a:ln>
              <a:solidFill>
                <a:prstClr val="white"/>
              </a:solidFill>
              <a:effectLst/>
              <a:uLnTx/>
              <a:uFillTx/>
              <a:latin typeface="Calibri" panose="020F0502020204030204"/>
              <a:ea typeface="Calibri"/>
              <a:cs typeface="Calibri"/>
            </a:endParaRPr>
          </a:p>
        </p:txBody>
      </p:sp>
      <p:cxnSp>
        <p:nvCxnSpPr>
          <p:cNvPr id="14" name="Straight Connector 13"/>
          <p:cNvCxnSpPr>
            <a:cxnSpLocks/>
          </p:cNvCxnSpPr>
          <p:nvPr/>
        </p:nvCxnSpPr>
        <p:spPr>
          <a:xfrm>
            <a:off x="3409899" y="2300763"/>
            <a:ext cx="0" cy="4557237"/>
          </a:xfrm>
          <a:prstGeom prst="line">
            <a:avLst/>
          </a:prstGeom>
          <a:ln>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0" name="Text Box 12"/>
          <p:cNvSpPr txBox="1">
            <a:spLocks noChangeArrowheads="1"/>
          </p:cNvSpPr>
          <p:nvPr/>
        </p:nvSpPr>
        <p:spPr bwMode="auto">
          <a:xfrm>
            <a:off x="644911" y="2377380"/>
            <a:ext cx="2862072" cy="1130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numCol="1" anchor="t"/>
          <a:lstStyle>
            <a:lvl1pPr eaLnBrk="0" hangingPunct="0">
              <a:defRPr sz="1400" b="1">
                <a:solidFill>
                  <a:schemeClr val="tx1"/>
                </a:solidFill>
                <a:latin typeface="Arial" charset="0"/>
                <a:ea typeface="ＭＳ Ｐゴシック" pitchFamily="34" charset="-128"/>
              </a:defRPr>
            </a:lvl1pPr>
            <a:lvl2pPr marL="742950" indent="-285750" eaLnBrk="0" hangingPunct="0">
              <a:defRPr sz="1400" b="1">
                <a:solidFill>
                  <a:schemeClr val="tx1"/>
                </a:solidFill>
                <a:latin typeface="Arial" charset="0"/>
                <a:ea typeface="ＭＳ Ｐゴシック" pitchFamily="34" charset="-128"/>
              </a:defRPr>
            </a:lvl2pPr>
            <a:lvl3pPr marL="1143000" indent="-228600" eaLnBrk="0" hangingPunct="0">
              <a:defRPr sz="1400" b="1">
                <a:solidFill>
                  <a:schemeClr val="tx1"/>
                </a:solidFill>
                <a:latin typeface="Arial" charset="0"/>
                <a:ea typeface="ＭＳ Ｐゴシック" pitchFamily="34" charset="-128"/>
              </a:defRPr>
            </a:lvl3pPr>
            <a:lvl4pPr marL="1600200" indent="-228600" eaLnBrk="0" hangingPunct="0">
              <a:defRPr sz="1400" b="1">
                <a:solidFill>
                  <a:schemeClr val="tx1"/>
                </a:solidFill>
                <a:latin typeface="Arial" charset="0"/>
                <a:ea typeface="ＭＳ Ｐゴシック" pitchFamily="34" charset="-128"/>
              </a:defRPr>
            </a:lvl4pPr>
            <a:lvl5pPr marL="2057400" indent="-228600" eaLnBrk="0" hangingPunct="0">
              <a:defRPr sz="14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
                <a:srgbClr val="9FA1A4"/>
              </a:buClr>
              <a:buSzTx/>
              <a:buFontTx/>
              <a:buNone/>
              <a:tabLst/>
              <a:defRPr/>
            </a:pPr>
            <a:r>
              <a:rPr kumimoji="0" lang="en-GB" sz="1400" b="1" i="0" u="none" strike="noStrike" kern="1200" cap="none" spc="0" normalizeH="0" baseline="0" noProof="0" dirty="0">
                <a:ln>
                  <a:noFill/>
                </a:ln>
                <a:solidFill>
                  <a:srgbClr val="073262"/>
                </a:solidFill>
                <a:effectLst/>
                <a:uLnTx/>
                <a:uFillTx/>
                <a:latin typeface="Calibri" panose="020F0502020204030204"/>
                <a:ea typeface="ＭＳ Ｐゴシック" pitchFamily="34" charset="-128"/>
                <a:cs typeface="+mn-cs"/>
              </a:rPr>
              <a:t>Industries and Domain</a:t>
            </a: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rPr>
              <a:t>Banking &amp; Financial Services</a:t>
            </a: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ea typeface="ＭＳ Ｐゴシック"/>
              </a:rPr>
              <a:t>Insurance &amp; Claims</a:t>
            </a:r>
            <a:endParaRPr lang="en-US" altLang="en-US" sz="1100" dirty="0">
              <a:solidFill>
                <a:srgbClr val="073262"/>
              </a:solidFill>
              <a:latin typeface="Calibri" panose="020F0502020204030204"/>
              <a:cs typeface="Calibri"/>
            </a:endParaRP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rPr>
              <a:t>Energy</a:t>
            </a: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ea typeface="ＭＳ Ｐゴシック"/>
              </a:rPr>
              <a:t>Healthcare</a:t>
            </a:r>
            <a:endParaRPr lang="en-US" altLang="en-US" sz="1100" dirty="0">
              <a:solidFill>
                <a:srgbClr val="073262"/>
              </a:solidFill>
              <a:latin typeface="Calibri" panose="020F0502020204030204"/>
              <a:cs typeface="Calibri"/>
            </a:endParaRPr>
          </a:p>
          <a:p>
            <a:pPr marL="117475" indent="-117475">
              <a:spcBef>
                <a:spcPts val="100"/>
              </a:spcBef>
              <a:spcAft>
                <a:spcPts val="100"/>
              </a:spcAft>
              <a:buClr>
                <a:srgbClr val="FFC72C"/>
              </a:buClr>
              <a:buSzPct val="80000"/>
              <a:buFont typeface="Wingdings" panose="05000000000000000000" pitchFamily="2" charset="2"/>
              <a:buChar char="l"/>
              <a:defRPr/>
            </a:pPr>
            <a:r>
              <a:rPr lang="en-US" sz="1100" dirty="0">
                <a:solidFill>
                  <a:srgbClr val="073262"/>
                </a:solidFill>
                <a:latin typeface="Calibri" panose="020F0502020204030204"/>
                <a:ea typeface="Calibri"/>
                <a:cs typeface="Calibri"/>
              </a:rPr>
              <a:t>Edtech</a:t>
            </a:r>
            <a:endParaRPr lang="en-US" altLang="en-US" sz="1100" dirty="0">
              <a:solidFill>
                <a:srgbClr val="073262"/>
              </a:solidFill>
              <a:latin typeface="Calibri" panose="020F0502020204030204"/>
              <a:cs typeface="Calibri"/>
            </a:endParaRPr>
          </a:p>
        </p:txBody>
      </p:sp>
      <p:sp>
        <p:nvSpPr>
          <p:cNvPr id="23" name="Snip Diagonal Corner Rectangle 22"/>
          <p:cNvSpPr/>
          <p:nvPr/>
        </p:nvSpPr>
        <p:spPr>
          <a:xfrm>
            <a:off x="9034769" y="402394"/>
            <a:ext cx="2700032" cy="1119333"/>
          </a:xfrm>
          <a:prstGeom prst="snip2DiagRect">
            <a:avLst>
              <a:gd name="adj1" fmla="val 50000"/>
              <a:gd name="adj2" fmla="val 0"/>
            </a:avLst>
          </a:prstGeom>
          <a:solidFill>
            <a:schemeClr val="accent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p:cNvSpPr/>
          <p:nvPr/>
        </p:nvSpPr>
        <p:spPr>
          <a:xfrm>
            <a:off x="2840043" y="820530"/>
            <a:ext cx="8894757" cy="612180"/>
          </a:xfrm>
          <a:prstGeom prst="rect">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dirty="0">
                <a:solidFill>
                  <a:prstClr val="white"/>
                </a:solidFill>
              </a:rPr>
              <a:t>Senior Principal Consultant : AWS </a:t>
            </a:r>
            <a:r>
              <a:rPr lang="en-US" dirty="0" err="1">
                <a:solidFill>
                  <a:prstClr val="white"/>
                </a:solidFill>
              </a:rPr>
              <a:t>Devops</a:t>
            </a:r>
            <a:r>
              <a:rPr lang="en-US" dirty="0">
                <a:solidFill>
                  <a:prstClr val="white"/>
                </a:solidFill>
              </a:rPr>
              <a:t> + MLOPS</a:t>
            </a:r>
            <a:endParaRPr lang="en-US" dirty="0">
              <a:solidFill>
                <a:prstClr val="white"/>
              </a:solidFill>
              <a:ea typeface="Calibri"/>
              <a:cs typeface="Calibri"/>
            </a:endParaRPr>
          </a:p>
        </p:txBody>
      </p:sp>
      <p:sp>
        <p:nvSpPr>
          <p:cNvPr id="62" name="TextBox 61">
            <a:extLst>
              <a:ext uri="{FF2B5EF4-FFF2-40B4-BE49-F238E27FC236}">
                <a16:creationId xmlns:a16="http://schemas.microsoft.com/office/drawing/2014/main" id="{F210E2B2-CC12-4123-8557-AAE166F9A2AE}"/>
              </a:ext>
            </a:extLst>
          </p:cNvPr>
          <p:cNvSpPr txBox="1"/>
          <p:nvPr/>
        </p:nvSpPr>
        <p:spPr>
          <a:xfrm>
            <a:off x="3713115" y="2205849"/>
            <a:ext cx="7859652" cy="4493538"/>
          </a:xfrm>
          <a:prstGeom prst="rect">
            <a:avLst/>
          </a:prstGeom>
          <a:noFill/>
        </p:spPr>
        <p:txBody>
          <a:bodyPr wrap="square" lIns="91440" tIns="45720" rIns="91440" bIns="45720" rtlCol="0" anchor="t">
            <a:spAutoFit/>
          </a:bodyPr>
          <a:lstStyle>
            <a:defPPr>
              <a:defRPr lang="en-US"/>
            </a:defPPr>
            <a:lvl1pPr>
              <a:defRPr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73262"/>
                </a:solidFill>
                <a:effectLst/>
                <a:uLnTx/>
                <a:uFillTx/>
                <a:latin typeface="Calibri" panose="020F0502020204030204"/>
                <a:ea typeface="+mn-ea"/>
                <a:cs typeface="+mn-cs"/>
              </a:rPr>
              <a:t>Experience Summary</a:t>
            </a:r>
          </a:p>
          <a:p>
            <a:pPr defTabSz="761130" fontAlgn="base">
              <a:buClr>
                <a:srgbClr val="9FA1A4"/>
              </a:buClr>
              <a:defRPr/>
            </a:pPr>
            <a:endParaRPr lang="en-US" sz="1200" dirty="0">
              <a:solidFill>
                <a:srgbClr val="073262"/>
              </a:solidFill>
              <a:ea typeface="Calibri"/>
              <a:cs typeface="Calibri"/>
            </a:endParaRPr>
          </a:p>
          <a:p>
            <a:pPr marL="17145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ea typeface="+mn-lt"/>
                <a:cs typeface="+mn-lt"/>
              </a:rPr>
              <a:t>Implementation of AWS Bedrock for </a:t>
            </a:r>
            <a:r>
              <a:rPr lang="en-US" sz="1050" b="0" dirty="0" err="1">
                <a:solidFill>
                  <a:srgbClr val="073262"/>
                </a:solidFill>
                <a:ea typeface="+mn-lt"/>
                <a:cs typeface="+mn-lt"/>
              </a:rPr>
              <a:t>GenAI</a:t>
            </a:r>
            <a:r>
              <a:rPr lang="en-US" sz="1050" b="0" dirty="0">
                <a:solidFill>
                  <a:srgbClr val="073262"/>
                </a:solidFill>
                <a:ea typeface="+mn-lt"/>
                <a:cs typeface="+mn-lt"/>
              </a:rPr>
              <a:t> Workloads Migrated a SageMaker based </a:t>
            </a:r>
            <a:r>
              <a:rPr lang="en-US" sz="1050" b="0" dirty="0" err="1">
                <a:solidFill>
                  <a:srgbClr val="073262"/>
                </a:solidFill>
                <a:ea typeface="+mn-lt"/>
                <a:cs typeface="+mn-lt"/>
              </a:rPr>
              <a:t>GenAI</a:t>
            </a:r>
            <a:r>
              <a:rPr lang="en-US" sz="1050" b="0" dirty="0">
                <a:solidFill>
                  <a:srgbClr val="073262"/>
                </a:solidFill>
                <a:ea typeface="+mn-lt"/>
                <a:cs typeface="+mn-lt"/>
              </a:rPr>
              <a:t> solution to AWS Bedrock to improve inference efficiency and reduce costs. </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Resulted in ~$24,000 cost savings by eliminating unnecessary infra overhead and optimizing model access. Improved performance and scalability using foundation models like Anthropic Claude, Mistral, Llama via Bedrock.</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 Created documentation and reusability assets for internal teams. </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 Delivered highly scalable AI solutions for multiple clients..</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 Guided cloud </a:t>
            </a:r>
            <a:r>
              <a:rPr lang="en-US" sz="1050" b="0" dirty="0" err="1">
                <a:solidFill>
                  <a:srgbClr val="073262"/>
                </a:solidFill>
                <a:ea typeface="+mn-lt"/>
                <a:cs typeface="+mn-lt"/>
              </a:rPr>
              <a:t>CoE</a:t>
            </a:r>
            <a:r>
              <a:rPr lang="en-US" sz="1050" b="0" dirty="0">
                <a:solidFill>
                  <a:srgbClr val="073262"/>
                </a:solidFill>
                <a:ea typeface="+mn-lt"/>
                <a:cs typeface="+mn-lt"/>
              </a:rPr>
              <a:t> teams on maintaining cloud cost thresholds and improving infra efficiency. </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Developed CI/CD pipelines using AWS </a:t>
            </a:r>
            <a:r>
              <a:rPr lang="en-US" sz="1050" b="0" dirty="0" err="1">
                <a:solidFill>
                  <a:srgbClr val="073262"/>
                </a:solidFill>
                <a:ea typeface="+mn-lt"/>
                <a:cs typeface="+mn-lt"/>
              </a:rPr>
              <a:t>CodePipeline</a:t>
            </a:r>
            <a:r>
              <a:rPr lang="en-US" sz="1050" b="0" dirty="0">
                <a:solidFill>
                  <a:srgbClr val="073262"/>
                </a:solidFill>
                <a:ea typeface="+mn-lt"/>
                <a:cs typeface="+mn-lt"/>
              </a:rPr>
              <a:t> and Jenkins for various environments. </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Implemented </a:t>
            </a:r>
            <a:r>
              <a:rPr lang="en-US" sz="1050" b="0" dirty="0" err="1">
                <a:solidFill>
                  <a:srgbClr val="073262"/>
                </a:solidFill>
                <a:ea typeface="+mn-lt"/>
                <a:cs typeface="+mn-lt"/>
              </a:rPr>
              <a:t>DevSecOps</a:t>
            </a:r>
            <a:r>
              <a:rPr lang="en-US" sz="1050" b="0" dirty="0">
                <a:solidFill>
                  <a:srgbClr val="073262"/>
                </a:solidFill>
                <a:ea typeface="+mn-lt"/>
                <a:cs typeface="+mn-lt"/>
              </a:rPr>
              <a:t> in CI/CD with automated code scanning, vulnerability checks, and quality gates.</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 Regularly patched servers to mitigate infrastructure vulnerabilities. </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Led a team of 6 developers; responsible for technical guidance, design reviews, and mentorship.</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 Solved complex issues like Nginx based API handling and SageMaker GPU utilization optimization. </a:t>
            </a:r>
          </a:p>
          <a:p>
            <a:pPr marL="171450" indent="-171450">
              <a:spcBef>
                <a:spcPts val="300"/>
              </a:spcBef>
              <a:buClr>
                <a:srgbClr val="FF000F"/>
              </a:buClr>
              <a:buSzPts val="1000"/>
              <a:buFont typeface="Wingdings" panose="05000000000000000000" pitchFamily="2" charset="2"/>
              <a:buChar char="§"/>
            </a:pPr>
            <a:r>
              <a:rPr lang="en-US" sz="1050" b="0" dirty="0">
                <a:solidFill>
                  <a:srgbClr val="073262"/>
                </a:solidFill>
                <a:ea typeface="+mn-lt"/>
                <a:cs typeface="+mn-lt"/>
              </a:rPr>
              <a:t>Enhanced EKS cluster performance in collaboration with AWS for </a:t>
            </a:r>
            <a:r>
              <a:rPr lang="en-US" sz="1050" b="0" dirty="0" err="1">
                <a:solidFill>
                  <a:srgbClr val="073262"/>
                </a:solidFill>
                <a:ea typeface="+mn-lt"/>
                <a:cs typeface="+mn-lt"/>
              </a:rPr>
              <a:t>Textract</a:t>
            </a:r>
            <a:r>
              <a:rPr lang="en-US" sz="1050" b="0" dirty="0">
                <a:solidFill>
                  <a:srgbClr val="073262"/>
                </a:solidFill>
                <a:ea typeface="+mn-lt"/>
                <a:cs typeface="+mn-lt"/>
              </a:rPr>
              <a:t> throughput tuning</a:t>
            </a:r>
            <a:endParaRPr lang="en-US" sz="1050" b="0" dirty="0">
              <a:solidFill>
                <a:srgbClr val="073262"/>
              </a:solidFill>
              <a:ea typeface="Calibri" panose="020F0502020204030204"/>
              <a:cs typeface="Calibri" panose="020F0502020204030204"/>
            </a:endParaRPr>
          </a:p>
          <a:p>
            <a:pPr marL="171450" indent="-171450">
              <a:spcBef>
                <a:spcPts val="300"/>
              </a:spcBef>
              <a:buClr>
                <a:srgbClr val="FF000F"/>
              </a:buClr>
              <a:buSzPts val="1000"/>
              <a:buFont typeface="Wingdings" panose="05000000000000000000" pitchFamily="2" charset="2"/>
              <a:buChar char="§"/>
              <a:defRPr/>
            </a:pPr>
            <a:r>
              <a:rPr lang="en-US" sz="1050" b="0" dirty="0">
                <a:solidFill>
                  <a:srgbClr val="073262"/>
                </a:solidFill>
                <a:ea typeface="+mn-lt"/>
                <a:cs typeface="+mn-lt"/>
              </a:rPr>
              <a:t> Proficiency in AWS cloud services like, </a:t>
            </a:r>
            <a:r>
              <a:rPr lang="en-US" sz="1050" b="0" dirty="0" err="1">
                <a:solidFill>
                  <a:srgbClr val="073262"/>
                </a:solidFill>
                <a:ea typeface="+mn-lt"/>
                <a:cs typeface="+mn-lt"/>
              </a:rPr>
              <a:t>Sagemaker</a:t>
            </a:r>
            <a:r>
              <a:rPr lang="en-US" sz="1050" b="0" dirty="0">
                <a:solidFill>
                  <a:srgbClr val="073262"/>
                </a:solidFill>
                <a:ea typeface="+mn-lt"/>
                <a:cs typeface="+mn-lt"/>
              </a:rPr>
              <a:t>, bedrock, Lambda, R53, ELB, EC2, RDS, ECR, ECS, EKS, S3, VPC, IAM, SNS, API Gateway, and CloudWatch. Knowledge in Docker and Kubernetes containerization. </a:t>
            </a:r>
          </a:p>
          <a:p>
            <a:pPr marL="171450" indent="-171450">
              <a:spcBef>
                <a:spcPts val="300"/>
              </a:spcBef>
              <a:buClr>
                <a:srgbClr val="FF000F"/>
              </a:buClr>
              <a:buSzPts val="1000"/>
              <a:buFont typeface="Wingdings" panose="05000000000000000000" pitchFamily="2" charset="2"/>
              <a:buChar char="§"/>
              <a:defRPr/>
            </a:pPr>
            <a:r>
              <a:rPr lang="en-US" sz="1050" b="0" dirty="0">
                <a:solidFill>
                  <a:srgbClr val="073262"/>
                </a:solidFill>
                <a:ea typeface="+mn-lt"/>
                <a:cs typeface="+mn-lt"/>
              </a:rPr>
              <a:t>Implementing monitoring tools like Datadog, New Relic, and Site24*7 across various projects. DevOps &amp; Version Control: Collaborating in Agile Scrum teams, utilizing </a:t>
            </a:r>
            <a:r>
              <a:rPr lang="en-US" sz="1050" b="0" dirty="0" err="1">
                <a:solidFill>
                  <a:srgbClr val="073262"/>
                </a:solidFill>
                <a:ea typeface="+mn-lt"/>
                <a:cs typeface="+mn-lt"/>
              </a:rPr>
              <a:t>Github</a:t>
            </a:r>
            <a:r>
              <a:rPr lang="en-US" sz="1050" b="0" dirty="0">
                <a:solidFill>
                  <a:srgbClr val="073262"/>
                </a:solidFill>
                <a:ea typeface="+mn-lt"/>
                <a:cs typeface="+mn-lt"/>
              </a:rPr>
              <a:t> for code management, and setting up Git Actions for CI/CD. Troubleshooting &amp; Incident Management: Identifying and resolving production issues in AWS environments, responding to incidents, conducting root cause analysis, and restoring normal service within defined SLAs.</a:t>
            </a:r>
            <a:endParaRPr lang="en-US" sz="1050" b="0" i="0" u="none" strike="noStrike" kern="1200" cap="none" spc="0" normalizeH="0" baseline="0" noProof="0">
              <a:ln>
                <a:noFill/>
              </a:ln>
              <a:solidFill>
                <a:srgbClr val="073262"/>
              </a:solidFill>
              <a:effectLst/>
              <a:uLnTx/>
              <a:uFillTx/>
              <a:latin typeface="Calibri" panose="020F0502020204030204"/>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73262"/>
              </a:solidFill>
              <a:effectLst/>
              <a:uLnTx/>
              <a:uFillTx/>
              <a:latin typeface="Calibri" panose="020F0502020204030204"/>
              <a:ea typeface="+mn-ea"/>
              <a:cs typeface="+mn-cs"/>
            </a:endParaRPr>
          </a:p>
          <a:p>
            <a:pPr>
              <a:defRPr/>
            </a:pPr>
            <a:endParaRPr lang="en-US" sz="1400" dirty="0">
              <a:solidFill>
                <a:srgbClr val="073262"/>
              </a:solidFill>
              <a:latin typeface="Calibri" panose="020F0502020204030204"/>
              <a:ea typeface="Calibri" panose="020F0502020204030204"/>
              <a:cs typeface="Calibri" panose="020F0502020204030204"/>
            </a:endParaRPr>
          </a:p>
        </p:txBody>
      </p:sp>
      <p:sp>
        <p:nvSpPr>
          <p:cNvPr id="63" name="Oval 62">
            <a:extLst>
              <a:ext uri="{FF2B5EF4-FFF2-40B4-BE49-F238E27FC236}">
                <a16:creationId xmlns:a16="http://schemas.microsoft.com/office/drawing/2014/main" id="{6E400936-0AF8-4073-A60D-888932F9E10F}"/>
              </a:ext>
            </a:extLst>
          </p:cNvPr>
          <p:cNvSpPr/>
          <p:nvPr/>
        </p:nvSpPr>
        <p:spPr>
          <a:xfrm>
            <a:off x="3590365" y="2352745"/>
            <a:ext cx="137160" cy="1371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4" name="Straight Connector 63">
            <a:extLst>
              <a:ext uri="{FF2B5EF4-FFF2-40B4-BE49-F238E27FC236}">
                <a16:creationId xmlns:a16="http://schemas.microsoft.com/office/drawing/2014/main" id="{C7623744-58E2-4541-A0D5-D2FD801DFBE1}"/>
              </a:ext>
            </a:extLst>
          </p:cNvPr>
          <p:cNvCxnSpPr/>
          <p:nvPr/>
        </p:nvCxnSpPr>
        <p:spPr>
          <a:xfrm>
            <a:off x="3491979" y="2284618"/>
            <a:ext cx="8097271" cy="0"/>
          </a:xfrm>
          <a:prstGeom prst="line">
            <a:avLst/>
          </a:prstGeom>
          <a:ln>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035379A5-0DC4-4E40-BC04-F24BE0A4EBB8}"/>
              </a:ext>
            </a:extLst>
          </p:cNvPr>
          <p:cNvSpPr>
            <a:spLocks noChangeArrowheads="1"/>
          </p:cNvSpPr>
          <p:nvPr/>
        </p:nvSpPr>
        <p:spPr bwMode="auto">
          <a:xfrm>
            <a:off x="3532650" y="2647950"/>
            <a:ext cx="8202150" cy="4210050"/>
          </a:xfrm>
          <a:prstGeom prst="rect">
            <a:avLst/>
          </a:prstGeom>
          <a:noFill/>
          <a:ln>
            <a:noFill/>
          </a:ln>
          <a:effectLst/>
        </p:spPr>
        <p:txBody>
          <a:bodyPr wrap="square" numCol="2" spcCol="182880">
            <a:noAutofit/>
          </a:bodyPr>
          <a:lstStyle/>
          <a:p>
            <a:pPr marL="0" lvl="1" eaLnBrk="0" hangingPunct="0">
              <a:buClr>
                <a:srgbClr val="10548C"/>
              </a:buClr>
              <a:defRPr/>
            </a:pPr>
            <a:endParaRPr lang="en-US" sz="1200" dirty="0">
              <a:solidFill>
                <a:srgbClr val="073262"/>
              </a:solidFill>
              <a:latin typeface="Calibri" panose="020F0502020204030204"/>
            </a:endParaRPr>
          </a:p>
        </p:txBody>
      </p:sp>
      <p:sp>
        <p:nvSpPr>
          <p:cNvPr id="68" name="Rectangle 67">
            <a:extLst>
              <a:ext uri="{FF2B5EF4-FFF2-40B4-BE49-F238E27FC236}">
                <a16:creationId xmlns:a16="http://schemas.microsoft.com/office/drawing/2014/main" id="{F3CAA870-E53B-4894-A38F-81E8FD1D51E4}"/>
              </a:ext>
            </a:extLst>
          </p:cNvPr>
          <p:cNvSpPr/>
          <p:nvPr/>
        </p:nvSpPr>
        <p:spPr>
          <a:xfrm>
            <a:off x="421953" y="1547371"/>
            <a:ext cx="11284424" cy="646331"/>
          </a:xfrm>
          <a:prstGeom prst="rect">
            <a:avLst/>
          </a:prstGeom>
          <a:solidFill>
            <a:schemeClr val="bg1"/>
          </a:solidFill>
          <a:ln>
            <a:noFill/>
          </a:ln>
        </p:spPr>
        <p:txBody>
          <a:bodyPr wrap="square" lIns="91440" tIns="45720" rIns="91440" bIns="45720" anchor="t">
            <a:spAutoFit/>
          </a:bodyPr>
          <a:lstStyle/>
          <a:p>
            <a:pPr>
              <a:spcBef>
                <a:spcPct val="50000"/>
              </a:spcBef>
              <a:buClr>
                <a:srgbClr val="9FA1A4"/>
              </a:buClr>
              <a:defRPr/>
            </a:pPr>
            <a:r>
              <a:rPr lang="en-US" sz="1200" i="1" dirty="0">
                <a:solidFill>
                  <a:srgbClr val="414141"/>
                </a:solidFill>
              </a:rPr>
              <a:t>Naveen  has 10+ years of experience in AWS </a:t>
            </a:r>
            <a:r>
              <a:rPr lang="en-US" sz="1200" i="1" dirty="0" err="1">
                <a:solidFill>
                  <a:srgbClr val="414141"/>
                </a:solidFill>
              </a:rPr>
              <a:t>Devops</a:t>
            </a:r>
            <a:r>
              <a:rPr lang="en-US" sz="1200" i="1" dirty="0">
                <a:solidFill>
                  <a:srgbClr val="414141"/>
                </a:solidFill>
              </a:rPr>
              <a:t> , </a:t>
            </a:r>
            <a:r>
              <a:rPr lang="en-US" sz="1200" i="1" dirty="0" err="1">
                <a:solidFill>
                  <a:srgbClr val="414141"/>
                </a:solidFill>
              </a:rPr>
              <a:t>MLops</a:t>
            </a:r>
            <a:r>
              <a:rPr lang="en-US" sz="1200" i="1" dirty="0">
                <a:solidFill>
                  <a:srgbClr val="414141"/>
                </a:solidFill>
              </a:rPr>
              <a:t> activities with rich experience in all phases of the SDLC including Requirement gathering, Analysis &amp; Design, and Implementation, Testing and Deployment to various Environments. Has proven candidature as an individual contributor as well as  good team player with decent team building and supervisory skills and ability to communicate at all levels. Delivered  Business Intelligence software solutions for customers operating in different domains.</a:t>
            </a:r>
          </a:p>
        </p:txBody>
      </p:sp>
      <p:cxnSp>
        <p:nvCxnSpPr>
          <p:cNvPr id="24" name="Straight Connector 23">
            <a:extLst>
              <a:ext uri="{FF2B5EF4-FFF2-40B4-BE49-F238E27FC236}">
                <a16:creationId xmlns:a16="http://schemas.microsoft.com/office/drawing/2014/main" id="{EA640190-A8E9-4E0D-BD24-2F4D5316B864}"/>
              </a:ext>
            </a:extLst>
          </p:cNvPr>
          <p:cNvCxnSpPr>
            <a:cxnSpLocks/>
          </p:cNvCxnSpPr>
          <p:nvPr/>
        </p:nvCxnSpPr>
        <p:spPr>
          <a:xfrm>
            <a:off x="421953" y="3584410"/>
            <a:ext cx="2862072" cy="10117"/>
          </a:xfrm>
          <a:prstGeom prst="line">
            <a:avLst/>
          </a:prstGeom>
          <a:ln>
            <a:solidFill>
              <a:schemeClr val="bg1">
                <a:lumMod val="50000"/>
              </a:schemeClr>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0AE0835-90FA-42E9-9D1A-5E841B867DE4}"/>
              </a:ext>
            </a:extLst>
          </p:cNvPr>
          <p:cNvCxnSpPr>
            <a:cxnSpLocks/>
          </p:cNvCxnSpPr>
          <p:nvPr/>
        </p:nvCxnSpPr>
        <p:spPr>
          <a:xfrm>
            <a:off x="460398" y="5724589"/>
            <a:ext cx="2802915" cy="37250"/>
          </a:xfrm>
          <a:prstGeom prst="line">
            <a:avLst/>
          </a:prstGeom>
          <a:ln>
            <a:solidFill>
              <a:schemeClr val="bg1">
                <a:lumMod val="50000"/>
              </a:schemeClr>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6" name="Text Box 12">
            <a:extLst>
              <a:ext uri="{FF2B5EF4-FFF2-40B4-BE49-F238E27FC236}">
                <a16:creationId xmlns:a16="http://schemas.microsoft.com/office/drawing/2014/main" id="{48994601-A325-4AE7-81BD-4FEF72A15B0D}"/>
              </a:ext>
            </a:extLst>
          </p:cNvPr>
          <p:cNvSpPr txBox="1">
            <a:spLocks noChangeArrowheads="1"/>
          </p:cNvSpPr>
          <p:nvPr/>
        </p:nvSpPr>
        <p:spPr bwMode="auto">
          <a:xfrm>
            <a:off x="419601" y="3636069"/>
            <a:ext cx="2845058" cy="4208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t"/>
          <a:lstStyle>
            <a:lvl1pPr eaLnBrk="0" hangingPunct="0">
              <a:defRPr sz="1400" b="1">
                <a:solidFill>
                  <a:schemeClr val="tx1"/>
                </a:solidFill>
                <a:latin typeface="Arial" charset="0"/>
                <a:ea typeface="ＭＳ Ｐゴシック" pitchFamily="34" charset="-128"/>
              </a:defRPr>
            </a:lvl1pPr>
            <a:lvl2pPr marL="742950" indent="-285750" eaLnBrk="0" hangingPunct="0">
              <a:defRPr sz="1400" b="1">
                <a:solidFill>
                  <a:schemeClr val="tx1"/>
                </a:solidFill>
                <a:latin typeface="Arial" charset="0"/>
                <a:ea typeface="ＭＳ Ｐゴシック" pitchFamily="34" charset="-128"/>
              </a:defRPr>
            </a:lvl2pPr>
            <a:lvl3pPr marL="1143000" indent="-228600" eaLnBrk="0" hangingPunct="0">
              <a:defRPr sz="1400" b="1">
                <a:solidFill>
                  <a:schemeClr val="tx1"/>
                </a:solidFill>
                <a:latin typeface="Arial" charset="0"/>
                <a:ea typeface="ＭＳ Ｐゴシック" pitchFamily="34" charset="-128"/>
              </a:defRPr>
            </a:lvl3pPr>
            <a:lvl4pPr marL="1600200" indent="-228600" eaLnBrk="0" hangingPunct="0">
              <a:defRPr sz="1400" b="1">
                <a:solidFill>
                  <a:schemeClr val="tx1"/>
                </a:solidFill>
                <a:latin typeface="Arial" charset="0"/>
                <a:ea typeface="ＭＳ Ｐゴシック" pitchFamily="34" charset="-128"/>
              </a:defRPr>
            </a:lvl4pPr>
            <a:lvl5pPr marL="2057400" indent="-228600" eaLnBrk="0" hangingPunct="0">
              <a:defRPr sz="14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
                <a:srgbClr val="9FA1A4"/>
              </a:buClr>
              <a:buSzTx/>
              <a:buFontTx/>
              <a:buNone/>
              <a:tabLst/>
              <a:defRPr/>
            </a:pPr>
            <a:r>
              <a:rPr kumimoji="0" lang="en-GB" sz="1400" b="1" i="0" u="none" strike="noStrike" kern="1200" cap="none" spc="0" normalizeH="0" baseline="0" noProof="0" dirty="0">
                <a:ln>
                  <a:noFill/>
                </a:ln>
                <a:solidFill>
                  <a:srgbClr val="073262"/>
                </a:solidFill>
                <a:effectLst/>
                <a:uLnTx/>
                <a:uFillTx/>
                <a:latin typeface="Calibri" panose="020F0502020204030204"/>
                <a:ea typeface="ＭＳ Ｐゴシック" pitchFamily="34" charset="-128"/>
                <a:cs typeface="+mn-cs"/>
              </a:rPr>
              <a:t>Technical Skills</a:t>
            </a:r>
          </a:p>
          <a:p>
            <a:pPr marL="117475" indent="-117475">
              <a:spcBef>
                <a:spcPts val="100"/>
              </a:spcBef>
              <a:spcAft>
                <a:spcPts val="100"/>
              </a:spcAft>
              <a:buClr>
                <a:srgbClr val="FFC72C"/>
              </a:buClr>
              <a:buSzPct val="80000"/>
              <a:buFont typeface="Wingdings" panose="05000000000000000000" pitchFamily="2" charset="2"/>
              <a:buChar char="l"/>
              <a:defRPr/>
            </a:pPr>
            <a:r>
              <a:rPr lang="en-US" sz="1100" dirty="0" err="1">
                <a:solidFill>
                  <a:srgbClr val="073262"/>
                </a:solidFill>
                <a:latin typeface="Calibri"/>
                <a:ea typeface="ＭＳ Ｐゴシック"/>
                <a:cs typeface="Calibri"/>
              </a:rPr>
              <a:t>Devops</a:t>
            </a:r>
            <a:r>
              <a:rPr lang="en-US" sz="1100" dirty="0">
                <a:solidFill>
                  <a:srgbClr val="073262"/>
                </a:solidFill>
                <a:latin typeface="Calibri"/>
                <a:ea typeface="ＭＳ Ｐゴシック"/>
                <a:cs typeface="Calibri"/>
              </a:rPr>
              <a:t>, </a:t>
            </a:r>
            <a:r>
              <a:rPr lang="en-US" sz="1100" dirty="0" err="1">
                <a:solidFill>
                  <a:srgbClr val="073262"/>
                </a:solidFill>
                <a:latin typeface="Calibri"/>
                <a:ea typeface="ＭＳ Ｐゴシック"/>
                <a:cs typeface="Calibri"/>
              </a:rPr>
              <a:t>Sagemaker</a:t>
            </a:r>
            <a:r>
              <a:rPr lang="en-US" sz="1100" dirty="0">
                <a:solidFill>
                  <a:srgbClr val="073262"/>
                </a:solidFill>
                <a:latin typeface="Calibri"/>
                <a:ea typeface="ＭＳ Ｐゴシック"/>
                <a:cs typeface="Calibri"/>
              </a:rPr>
              <a:t>, MLOPS, Bedrock</a:t>
            </a:r>
          </a:p>
          <a:p>
            <a:pPr marL="117475" indent="-117475">
              <a:spcBef>
                <a:spcPts val="100"/>
              </a:spcBef>
              <a:spcAft>
                <a:spcPts val="100"/>
              </a:spcAft>
              <a:buClr>
                <a:srgbClr val="FFC72C"/>
              </a:buClr>
              <a:buSzPct val="80000"/>
              <a:buFont typeface="Wingdings" panose="05000000000000000000" pitchFamily="2" charset="2"/>
              <a:buChar char="l"/>
              <a:defRPr/>
            </a:pPr>
            <a:r>
              <a:rPr lang="en-US" sz="1100" dirty="0">
                <a:solidFill>
                  <a:srgbClr val="073262"/>
                </a:solidFill>
                <a:latin typeface="Calibri"/>
                <a:ea typeface="ＭＳ Ｐゴシック"/>
                <a:cs typeface="Calibri"/>
              </a:rPr>
              <a:t>AWS , Azure</a:t>
            </a:r>
          </a:p>
          <a:p>
            <a:pPr marL="117475" indent="-117475">
              <a:spcBef>
                <a:spcPts val="100"/>
              </a:spcBef>
              <a:spcAft>
                <a:spcPts val="100"/>
              </a:spcAft>
              <a:buClr>
                <a:srgbClr val="FFC72C"/>
              </a:buClr>
              <a:buSzPct val="80000"/>
              <a:buFont typeface="Wingdings" panose="05000000000000000000" pitchFamily="2" charset="2"/>
              <a:buChar char="l"/>
              <a:defRPr/>
            </a:pPr>
            <a:r>
              <a:rPr lang="en-US" sz="1100" dirty="0">
                <a:solidFill>
                  <a:srgbClr val="073262"/>
                </a:solidFill>
                <a:latin typeface="Calibri"/>
                <a:ea typeface="ＭＳ Ｐゴシック"/>
                <a:cs typeface="Calibri"/>
              </a:rPr>
              <a:t>Monitoring Setup and configurations</a:t>
            </a:r>
          </a:p>
          <a:p>
            <a:pPr marL="117475" indent="-117475">
              <a:spcBef>
                <a:spcPts val="100"/>
              </a:spcBef>
              <a:spcAft>
                <a:spcPts val="100"/>
              </a:spcAft>
              <a:buClr>
                <a:srgbClr val="FFC72C"/>
              </a:buClr>
              <a:buSzPct val="80000"/>
              <a:buFont typeface="Wingdings" panose="05000000000000000000" pitchFamily="2" charset="2"/>
              <a:buChar char="l"/>
              <a:defRPr/>
            </a:pPr>
            <a:r>
              <a:rPr lang="en-US" sz="1100" dirty="0">
                <a:solidFill>
                  <a:srgbClr val="073262"/>
                </a:solidFill>
                <a:latin typeface="Calibri"/>
                <a:ea typeface="ＭＳ Ｐゴシック"/>
                <a:cs typeface="Calibri"/>
              </a:rPr>
              <a:t>Infra Configuration and Support</a:t>
            </a:r>
          </a:p>
          <a:p>
            <a:pPr marL="117475" indent="-117475">
              <a:spcBef>
                <a:spcPts val="100"/>
              </a:spcBef>
              <a:spcAft>
                <a:spcPts val="100"/>
              </a:spcAft>
              <a:buClr>
                <a:srgbClr val="FFC72C"/>
              </a:buClr>
              <a:buSzPct val="80000"/>
              <a:buFont typeface="Wingdings" panose="05000000000000000000" pitchFamily="2" charset="2"/>
              <a:buChar char="l"/>
              <a:defRPr/>
            </a:pPr>
            <a:r>
              <a:rPr lang="en-US" sz="1100" dirty="0">
                <a:solidFill>
                  <a:srgbClr val="073262"/>
                </a:solidFill>
                <a:latin typeface="Calibri"/>
                <a:ea typeface="ＭＳ Ｐゴシック"/>
                <a:cs typeface="Calibri"/>
              </a:rPr>
              <a:t>Version Control configurations and administration </a:t>
            </a:r>
          </a:p>
          <a:p>
            <a:pPr marL="117475" lvl="1" indent="-117475">
              <a:lnSpc>
                <a:spcPts val="1400"/>
              </a:lnSpc>
              <a:spcBef>
                <a:spcPts val="100"/>
              </a:spcBef>
              <a:spcAft>
                <a:spcPts val="100"/>
              </a:spcAft>
              <a:buClr>
                <a:srgbClr val="FFC72C"/>
              </a:buClr>
              <a:buSzPct val="80000"/>
              <a:buFont typeface="Wingdings" panose="05000000000000000000" pitchFamily="2" charset="2"/>
              <a:buChar char="l"/>
              <a:tabLst>
                <a:tab pos="2760932" algn="l"/>
                <a:tab pos="3989371" algn="r"/>
              </a:tabLst>
              <a:defRPr/>
            </a:pPr>
            <a:r>
              <a:rPr lang="en-US" sz="1100" dirty="0">
                <a:solidFill>
                  <a:srgbClr val="073262"/>
                </a:solidFill>
                <a:latin typeface="Calibri"/>
                <a:ea typeface="ＭＳ Ｐゴシック"/>
                <a:cs typeface="Calibri"/>
              </a:rPr>
              <a:t>Others: Kubernetes, Docker, TeamCity, GitHub, </a:t>
            </a:r>
            <a:r>
              <a:rPr lang="en-US" sz="1100" dirty="0" err="1">
                <a:solidFill>
                  <a:srgbClr val="073262"/>
                </a:solidFill>
                <a:latin typeface="Calibri"/>
                <a:ea typeface="ＭＳ Ｐゴシック"/>
                <a:cs typeface="Calibri"/>
              </a:rPr>
              <a:t>Sourcetree</a:t>
            </a:r>
            <a:r>
              <a:rPr lang="en-US" sz="1100" dirty="0">
                <a:solidFill>
                  <a:srgbClr val="073262"/>
                </a:solidFill>
                <a:latin typeface="Calibri"/>
                <a:ea typeface="ＭＳ Ｐゴシック"/>
                <a:cs typeface="Calibri"/>
              </a:rPr>
              <a:t>, </a:t>
            </a:r>
            <a:r>
              <a:rPr lang="en-US" sz="1100" dirty="0" err="1">
                <a:solidFill>
                  <a:srgbClr val="073262"/>
                </a:solidFill>
                <a:latin typeface="Calibri"/>
                <a:ea typeface="ＭＳ Ｐゴシック"/>
                <a:cs typeface="Calibri"/>
              </a:rPr>
              <a:t>Github</a:t>
            </a:r>
            <a:r>
              <a:rPr lang="en-US" sz="1100" dirty="0">
                <a:solidFill>
                  <a:srgbClr val="073262"/>
                </a:solidFill>
                <a:latin typeface="Calibri"/>
                <a:ea typeface="ＭＳ Ｐゴシック"/>
                <a:cs typeface="Calibri"/>
              </a:rPr>
              <a:t> Actions CI/CD, Jenkins, Fortify, SonarQube, Prisma, </a:t>
            </a:r>
            <a:r>
              <a:rPr lang="en-US" sz="1100" dirty="0" err="1">
                <a:solidFill>
                  <a:srgbClr val="073262"/>
                </a:solidFill>
                <a:latin typeface="Calibri"/>
                <a:ea typeface="ＭＳ Ｐゴシック"/>
                <a:cs typeface="Calibri"/>
              </a:rPr>
              <a:t>SSLabs</a:t>
            </a:r>
            <a:r>
              <a:rPr lang="en-US" sz="1100" dirty="0">
                <a:solidFill>
                  <a:srgbClr val="073262"/>
                </a:solidFill>
                <a:latin typeface="Calibri"/>
                <a:ea typeface="ＭＳ Ｐゴシック"/>
                <a:cs typeface="Calibri"/>
              </a:rPr>
              <a:t>, Crontab, Microsoft Excel, ITIL, Cloud Support</a:t>
            </a:r>
          </a:p>
          <a:p>
            <a:pPr marL="171450" indent="-171450">
              <a:buClr>
                <a:srgbClr val="FF555F"/>
              </a:buClr>
              <a:buFont typeface="Wingdings" panose="05000000000000000000" pitchFamily="2" charset="2"/>
              <a:buChar char="§"/>
              <a:defRPr/>
            </a:pPr>
            <a:endParaRPr lang="en-US" sz="1000" b="0" dirty="0">
              <a:solidFill>
                <a:srgbClr val="073262"/>
              </a:solidFill>
              <a:latin typeface="Calibri" panose="020F0502020204030204"/>
              <a:ea typeface="ＭＳ Ｐゴシック"/>
            </a:endParaRPr>
          </a:p>
        </p:txBody>
      </p:sp>
      <p:sp>
        <p:nvSpPr>
          <p:cNvPr id="29" name="Text Box 12">
            <a:extLst>
              <a:ext uri="{FF2B5EF4-FFF2-40B4-BE49-F238E27FC236}">
                <a16:creationId xmlns:a16="http://schemas.microsoft.com/office/drawing/2014/main" id="{344624AE-9802-425C-8D53-796D9034301D}"/>
              </a:ext>
            </a:extLst>
          </p:cNvPr>
          <p:cNvSpPr txBox="1">
            <a:spLocks noChangeArrowheads="1"/>
          </p:cNvSpPr>
          <p:nvPr/>
        </p:nvSpPr>
        <p:spPr bwMode="auto">
          <a:xfrm>
            <a:off x="329325" y="5747597"/>
            <a:ext cx="3275516" cy="831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t"/>
          <a:lstStyle>
            <a:lvl1pPr eaLnBrk="0" hangingPunct="0">
              <a:defRPr sz="1400" b="1">
                <a:solidFill>
                  <a:schemeClr val="tx1"/>
                </a:solidFill>
                <a:latin typeface="Arial" charset="0"/>
                <a:ea typeface="ＭＳ Ｐゴシック" pitchFamily="34" charset="-128"/>
              </a:defRPr>
            </a:lvl1pPr>
            <a:lvl2pPr marL="742950" indent="-285750" eaLnBrk="0" hangingPunct="0">
              <a:defRPr sz="1400" b="1">
                <a:solidFill>
                  <a:schemeClr val="tx1"/>
                </a:solidFill>
                <a:latin typeface="Arial" charset="0"/>
                <a:ea typeface="ＭＳ Ｐゴシック" pitchFamily="34" charset="-128"/>
              </a:defRPr>
            </a:lvl2pPr>
            <a:lvl3pPr marL="1143000" indent="-228600" eaLnBrk="0" hangingPunct="0">
              <a:defRPr sz="1400" b="1">
                <a:solidFill>
                  <a:schemeClr val="tx1"/>
                </a:solidFill>
                <a:latin typeface="Arial" charset="0"/>
                <a:ea typeface="ＭＳ Ｐゴシック" pitchFamily="34" charset="-128"/>
              </a:defRPr>
            </a:lvl3pPr>
            <a:lvl4pPr marL="1600200" indent="-228600" eaLnBrk="0" hangingPunct="0">
              <a:defRPr sz="1400" b="1">
                <a:solidFill>
                  <a:schemeClr val="tx1"/>
                </a:solidFill>
                <a:latin typeface="Arial" charset="0"/>
                <a:ea typeface="ＭＳ Ｐゴシック" pitchFamily="34" charset="-128"/>
              </a:defRPr>
            </a:lvl4pPr>
            <a:lvl5pPr marL="2057400" indent="-228600" eaLnBrk="0" hangingPunct="0">
              <a:defRPr sz="14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
                <a:srgbClr val="9FA1A4"/>
              </a:buClr>
              <a:buSzTx/>
              <a:buFontTx/>
              <a:buNone/>
              <a:tabLst/>
              <a:defRPr/>
            </a:pPr>
            <a:r>
              <a:rPr kumimoji="0" lang="en-GB" sz="1400" b="1" i="0" u="none" strike="noStrike" kern="1200" cap="none" spc="0" normalizeH="0" baseline="0" noProof="0" dirty="0">
                <a:ln>
                  <a:noFill/>
                </a:ln>
                <a:solidFill>
                  <a:srgbClr val="073262"/>
                </a:solidFill>
                <a:effectLst/>
                <a:uLnTx/>
                <a:uFillTx/>
                <a:latin typeface="Calibri" panose="020F0502020204030204"/>
                <a:ea typeface="ＭＳ Ｐゴシック" pitchFamily="34" charset="-128"/>
                <a:cs typeface="+mn-cs"/>
              </a:rPr>
              <a:t>Education and Certifications</a:t>
            </a:r>
          </a:p>
          <a:p>
            <a:pPr marL="171450" indent="-171450" fontAlgn="base">
              <a:spcBef>
                <a:spcPts val="100"/>
              </a:spcBef>
              <a:spcAft>
                <a:spcPts val="100"/>
              </a:spcAft>
              <a:buClr>
                <a:srgbClr val="FFC72C"/>
              </a:buClr>
              <a:buSzPct val="80000"/>
              <a:buFont typeface="Arial" panose="05000000000000000000" pitchFamily="2" charset="2"/>
              <a:buChar char="•"/>
              <a:defRPr/>
            </a:pPr>
            <a:r>
              <a:rPr lang="en-GB" sz="1100" dirty="0" err="1">
                <a:solidFill>
                  <a:srgbClr val="073262"/>
                </a:solidFill>
                <a:latin typeface="Calibri" panose="020F0502020204030204"/>
                <a:ea typeface="Calibri"/>
                <a:cs typeface="Calibri"/>
              </a:rPr>
              <a:t>Mtech</a:t>
            </a:r>
            <a:r>
              <a:rPr lang="en-GB" sz="1100" dirty="0">
                <a:solidFill>
                  <a:srgbClr val="073262"/>
                </a:solidFill>
                <a:latin typeface="Calibri" panose="020F0502020204030204"/>
                <a:ea typeface="Calibri"/>
                <a:cs typeface="Calibri"/>
              </a:rPr>
              <a:t> AIML from BITS Pilani </a:t>
            </a:r>
            <a:endParaRPr lang="en-GB" sz="1100" b="0" dirty="0">
              <a:solidFill>
                <a:srgbClr val="000000"/>
              </a:solidFill>
              <a:latin typeface="Calibri" panose="020F0502020204030204"/>
              <a:ea typeface="Calibri"/>
              <a:cs typeface="Calibri"/>
            </a:endParaRPr>
          </a:p>
          <a:p>
            <a:pPr marL="171450" indent="-171450">
              <a:spcBef>
                <a:spcPts val="100"/>
              </a:spcBef>
              <a:spcAft>
                <a:spcPts val="100"/>
              </a:spcAft>
              <a:buClr>
                <a:srgbClr val="FFC72C"/>
              </a:buClr>
              <a:buSzPct val="80000"/>
              <a:buFont typeface="Arial" panose="05000000000000000000" pitchFamily="2" charset="2"/>
              <a:buChar char="•"/>
              <a:defRPr/>
            </a:pPr>
            <a:r>
              <a:rPr lang="en-GB" sz="1100" dirty="0" err="1">
                <a:solidFill>
                  <a:srgbClr val="073262"/>
                </a:solidFill>
                <a:latin typeface="Calibri" panose="020F0502020204030204"/>
                <a:ea typeface="Calibri"/>
                <a:cs typeface="Calibri"/>
              </a:rPr>
              <a:t>Btech</a:t>
            </a:r>
            <a:r>
              <a:rPr lang="en-GB" sz="1100" dirty="0">
                <a:solidFill>
                  <a:srgbClr val="073262"/>
                </a:solidFill>
                <a:latin typeface="Calibri" panose="020F0502020204030204"/>
                <a:ea typeface="Calibri"/>
                <a:cs typeface="Calibri"/>
              </a:rPr>
              <a:t> CSE from Manav Rachna University</a:t>
            </a:r>
            <a:endParaRPr lang="en-GB" sz="1100" b="0" dirty="0">
              <a:solidFill>
                <a:srgbClr val="000000"/>
              </a:solidFill>
              <a:latin typeface="Calibri" panose="020F0502020204030204"/>
              <a:ea typeface="Calibri"/>
              <a:cs typeface="Calibri"/>
            </a:endParaRPr>
          </a:p>
          <a:p>
            <a:pPr marL="117475" indent="-117475">
              <a:spcBef>
                <a:spcPts val="100"/>
              </a:spcBef>
              <a:spcAft>
                <a:spcPts val="100"/>
              </a:spcAft>
              <a:buClr>
                <a:srgbClr val="FFC72C"/>
              </a:buClr>
              <a:buSzPct val="80000"/>
              <a:buFont typeface="Wingdings" panose="05000000000000000000" pitchFamily="2" charset="2"/>
              <a:buChar char="l"/>
              <a:defRPr/>
            </a:pPr>
            <a:r>
              <a:rPr lang="en-US" sz="1100" err="1">
                <a:solidFill>
                  <a:srgbClr val="073262"/>
                </a:solidFill>
                <a:latin typeface="Calibri" panose="020F0502020204030204"/>
                <a:ea typeface="Calibri"/>
                <a:cs typeface="Calibri"/>
              </a:rPr>
              <a:t>MLOps</a:t>
            </a:r>
            <a:r>
              <a:rPr lang="en-US" sz="1100" dirty="0">
                <a:solidFill>
                  <a:srgbClr val="073262"/>
                </a:solidFill>
                <a:latin typeface="Calibri" panose="020F0502020204030204"/>
                <a:ea typeface="Calibri"/>
                <a:cs typeface="Calibri"/>
              </a:rPr>
              <a:t> from </a:t>
            </a:r>
            <a:r>
              <a:rPr lang="en-US" sz="1100" err="1">
                <a:solidFill>
                  <a:srgbClr val="073262"/>
                </a:solidFill>
                <a:latin typeface="Calibri" panose="020F0502020204030204"/>
                <a:ea typeface="Calibri"/>
                <a:cs typeface="Calibri"/>
              </a:rPr>
              <a:t>AdaSci</a:t>
            </a:r>
            <a:r>
              <a:rPr lang="en-US" sz="1100" dirty="0">
                <a:solidFill>
                  <a:srgbClr val="073262"/>
                </a:solidFill>
                <a:latin typeface="Calibri" panose="020F0502020204030204"/>
                <a:ea typeface="Calibri"/>
                <a:cs typeface="Calibri"/>
              </a:rPr>
              <a:t> (Association of Data Scientists).</a:t>
            </a:r>
            <a:endParaRPr lang="en-GB" sz="1100" dirty="0">
              <a:solidFill>
                <a:srgbClr val="073262"/>
              </a:solidFill>
              <a:latin typeface="Calibri" panose="020F0502020204030204"/>
              <a:ea typeface="Calibri"/>
              <a:cs typeface="Calibri"/>
            </a:endParaRPr>
          </a:p>
          <a:p>
            <a:pPr marL="117475" marR="0" lvl="0" indent="-117475">
              <a:lnSpc>
                <a:spcPct val="100000"/>
              </a:lnSpc>
              <a:spcBef>
                <a:spcPts val="100"/>
              </a:spcBef>
              <a:spcAft>
                <a:spcPts val="100"/>
              </a:spcAft>
              <a:buClr>
                <a:srgbClr val="FFC72C"/>
              </a:buClr>
              <a:buSzPct val="80000"/>
              <a:buFont typeface="Wingdings" panose="05000000000000000000" pitchFamily="2" charset="2"/>
              <a:buChar char="l"/>
              <a:tabLst/>
              <a:defRPr/>
            </a:pPr>
            <a:endParaRPr lang="en-GB" sz="1100" dirty="0">
              <a:solidFill>
                <a:srgbClr val="073262"/>
              </a:solidFill>
              <a:latin typeface="Calibri" panose="020F0502020204030204"/>
              <a:cs typeface="Calibri"/>
            </a:endParaRPr>
          </a:p>
          <a:p>
            <a:pPr marL="117475" indent="-117475" fontAlgn="base">
              <a:spcBef>
                <a:spcPts val="100"/>
              </a:spcBef>
              <a:spcAft>
                <a:spcPts val="100"/>
              </a:spcAft>
              <a:buClr>
                <a:srgbClr val="FFC72C"/>
              </a:buClr>
              <a:buSzPct val="80000"/>
              <a:buFont typeface="Wingdings" panose="05000000000000000000" pitchFamily="2" charset="2"/>
              <a:buChar char="l"/>
              <a:defRPr/>
            </a:pPr>
            <a:endParaRPr lang="en-GB" sz="1100" dirty="0">
              <a:solidFill>
                <a:srgbClr val="073262"/>
              </a:solidFill>
              <a:latin typeface="Calibri" panose="020F0502020204030204"/>
              <a:cs typeface="Calibri"/>
            </a:endParaRPr>
          </a:p>
        </p:txBody>
      </p:sp>
      <p:sp>
        <p:nvSpPr>
          <p:cNvPr id="22" name="Text Box 12">
            <a:extLst>
              <a:ext uri="{FF2B5EF4-FFF2-40B4-BE49-F238E27FC236}">
                <a16:creationId xmlns:a16="http://schemas.microsoft.com/office/drawing/2014/main" id="{EAF7BD03-A488-4C83-ADA2-9E15338320AF}"/>
              </a:ext>
            </a:extLst>
          </p:cNvPr>
          <p:cNvSpPr txBox="1">
            <a:spLocks noChangeArrowheads="1"/>
          </p:cNvSpPr>
          <p:nvPr/>
        </p:nvSpPr>
        <p:spPr bwMode="auto">
          <a:xfrm>
            <a:off x="326408" y="6470655"/>
            <a:ext cx="1879821" cy="21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t"/>
          <a:lstStyle>
            <a:lvl1pPr eaLnBrk="0" hangingPunct="0">
              <a:defRPr sz="1400" b="1">
                <a:solidFill>
                  <a:schemeClr val="tx1"/>
                </a:solidFill>
                <a:latin typeface="Arial" charset="0"/>
                <a:ea typeface="ＭＳ Ｐゴシック" pitchFamily="34" charset="-128"/>
              </a:defRPr>
            </a:lvl1pPr>
            <a:lvl2pPr marL="742950" indent="-285750" eaLnBrk="0" hangingPunct="0">
              <a:defRPr sz="1400" b="1">
                <a:solidFill>
                  <a:schemeClr val="tx1"/>
                </a:solidFill>
                <a:latin typeface="Arial" charset="0"/>
                <a:ea typeface="ＭＳ Ｐゴシック" pitchFamily="34" charset="-128"/>
              </a:defRPr>
            </a:lvl2pPr>
            <a:lvl3pPr marL="1143000" indent="-228600" eaLnBrk="0" hangingPunct="0">
              <a:defRPr sz="1400" b="1">
                <a:solidFill>
                  <a:schemeClr val="tx1"/>
                </a:solidFill>
                <a:latin typeface="Arial" charset="0"/>
                <a:ea typeface="ＭＳ Ｐゴシック" pitchFamily="34" charset="-128"/>
              </a:defRPr>
            </a:lvl3pPr>
            <a:lvl4pPr marL="1600200" indent="-228600" eaLnBrk="0" hangingPunct="0">
              <a:defRPr sz="1400" b="1">
                <a:solidFill>
                  <a:schemeClr val="tx1"/>
                </a:solidFill>
                <a:latin typeface="Arial" charset="0"/>
                <a:ea typeface="ＭＳ Ｐゴシック" pitchFamily="34" charset="-128"/>
              </a:defRPr>
            </a:lvl4pPr>
            <a:lvl5pPr marL="2057400" indent="-228600" eaLnBrk="0" hangingPunct="0">
              <a:defRPr sz="14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9pPr>
          </a:lstStyle>
          <a:p>
            <a:pPr eaLnBrk="1" fontAlgn="base" hangingPunct="1">
              <a:spcBef>
                <a:spcPct val="0"/>
              </a:spcBef>
              <a:spcAft>
                <a:spcPct val="0"/>
              </a:spcAft>
              <a:buClr>
                <a:srgbClr val="9FA1A4"/>
              </a:buClr>
              <a:defRPr/>
            </a:pPr>
            <a:r>
              <a:rPr kumimoji="0" lang="en-US" sz="1400" b="1" i="0" u="none" strike="noStrike" kern="1200" cap="none" spc="0" normalizeH="0" baseline="0" noProof="0" dirty="0">
                <a:ln>
                  <a:noFill/>
                </a:ln>
                <a:solidFill>
                  <a:srgbClr val="073262"/>
                </a:solidFill>
                <a:effectLst/>
                <a:uLnTx/>
                <a:uFillTx/>
                <a:latin typeface="Calibri" panose="020F0502020204030204"/>
                <a:ea typeface="ＭＳ Ｐゴシック"/>
                <a:cs typeface="+mn-cs"/>
              </a:rPr>
              <a:t>Location</a:t>
            </a:r>
            <a:r>
              <a:rPr lang="en-US" dirty="0">
                <a:solidFill>
                  <a:srgbClr val="073262"/>
                </a:solidFill>
                <a:latin typeface="Calibri" panose="020F0502020204030204"/>
                <a:ea typeface="ＭＳ Ｐゴシック"/>
              </a:rPr>
              <a:t> </a:t>
            </a:r>
            <a:r>
              <a:rPr lang="en-US" sz="1200" dirty="0">
                <a:solidFill>
                  <a:srgbClr val="073262"/>
                </a:solidFill>
                <a:latin typeface="Calibri" panose="020F0502020204030204"/>
                <a:ea typeface="ＭＳ Ｐゴシック"/>
                <a:cs typeface="Calibri"/>
              </a:rPr>
              <a:t>Gurugram</a:t>
            </a:r>
            <a:endParaRPr lang="en-US" sz="1200" dirty="0">
              <a:solidFill>
                <a:srgbClr val="073262"/>
              </a:solidFill>
              <a:latin typeface="Calibri" panose="020F0502020204030204"/>
              <a:cs typeface="Calibri"/>
            </a:endParaRPr>
          </a:p>
          <a:p>
            <a:pPr marL="0" marR="0" lvl="0" indent="0" algn="l" defTabSz="914400" rtl="0" eaLnBrk="1" fontAlgn="base" latinLnBrk="0" hangingPunct="1">
              <a:lnSpc>
                <a:spcPct val="100000"/>
              </a:lnSpc>
              <a:spcBef>
                <a:spcPct val="0"/>
              </a:spcBef>
              <a:spcAft>
                <a:spcPct val="0"/>
              </a:spcAft>
              <a:buClr>
                <a:srgbClr val="9FA1A4"/>
              </a:buClr>
              <a:buSzTx/>
              <a:buFontTx/>
              <a:buNone/>
              <a:tabLst/>
              <a:defRPr/>
            </a:pPr>
            <a:endParaRPr kumimoji="0" lang="en-US" sz="1000" b="0" i="0" u="none" strike="noStrike" kern="1200" cap="none" spc="0" normalizeH="0" baseline="0" noProof="0" dirty="0">
              <a:ln>
                <a:noFill/>
              </a:ln>
              <a:solidFill>
                <a:srgbClr val="073262"/>
              </a:solidFill>
              <a:effectLst/>
              <a:uLnTx/>
              <a:uFillTx/>
              <a:latin typeface="Calibri" panose="020F0502020204030204"/>
              <a:ea typeface="ＭＳ Ｐゴシック"/>
              <a:cs typeface="+mn-cs"/>
            </a:endParaRPr>
          </a:p>
          <a:p>
            <a:pPr marL="171450" marR="0" lvl="0" indent="-171450" algn="l" defTabSz="914400" rtl="0" eaLnBrk="0" fontAlgn="auto" latinLnBrk="0" hangingPunct="0">
              <a:lnSpc>
                <a:spcPct val="100000"/>
              </a:lnSpc>
              <a:spcBef>
                <a:spcPts val="0"/>
              </a:spcBef>
              <a:spcAft>
                <a:spcPts val="0"/>
              </a:spcAft>
              <a:buClr>
                <a:srgbClr val="FF555F"/>
              </a:buClr>
              <a:buSzTx/>
              <a:buFont typeface="Wingdings" panose="05000000000000000000" pitchFamily="2" charset="2"/>
              <a:buChar char="§"/>
              <a:tabLst/>
              <a:defRPr/>
            </a:pPr>
            <a:endParaRPr kumimoji="0" lang="en-US" sz="1000" b="0" i="0" u="none" strike="noStrike" kern="1200" cap="none" spc="0" normalizeH="0" baseline="0" noProof="0" dirty="0">
              <a:ln>
                <a:noFill/>
              </a:ln>
              <a:solidFill>
                <a:srgbClr val="073262"/>
              </a:solidFill>
              <a:effectLst/>
              <a:uLnTx/>
              <a:uFillTx/>
              <a:latin typeface="Calibri" panose="020F0502020204030204"/>
              <a:ea typeface="ＭＳ Ｐゴシック"/>
              <a:cs typeface="+mn-cs"/>
            </a:endParaRPr>
          </a:p>
        </p:txBody>
      </p:sp>
      <p:cxnSp>
        <p:nvCxnSpPr>
          <p:cNvPr id="33" name="Straight Connector 32">
            <a:extLst>
              <a:ext uri="{FF2B5EF4-FFF2-40B4-BE49-F238E27FC236}">
                <a16:creationId xmlns:a16="http://schemas.microsoft.com/office/drawing/2014/main" id="{448A94C6-A081-416D-ABCE-6FFF241AE7C0}"/>
              </a:ext>
            </a:extLst>
          </p:cNvPr>
          <p:cNvCxnSpPr>
            <a:cxnSpLocks/>
          </p:cNvCxnSpPr>
          <p:nvPr/>
        </p:nvCxnSpPr>
        <p:spPr>
          <a:xfrm>
            <a:off x="3517612" y="2200814"/>
            <a:ext cx="8086675" cy="4781"/>
          </a:xfrm>
          <a:prstGeom prst="line">
            <a:avLst/>
          </a:prstGeom>
          <a:ln>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5DF4289-3A28-42EE-DDE5-E91FFE9D1286}"/>
              </a:ext>
            </a:extLst>
          </p:cNvPr>
          <p:cNvSpPr/>
          <p:nvPr/>
        </p:nvSpPr>
        <p:spPr>
          <a:xfrm>
            <a:off x="799847" y="402394"/>
            <a:ext cx="1111969" cy="10850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Photo Here</a:t>
            </a:r>
          </a:p>
        </p:txBody>
      </p:sp>
      <p:pic>
        <p:nvPicPr>
          <p:cNvPr id="3" name="Picture 2" descr="A person in a suit&#10;&#10;AI-generated content may be incorrect.">
            <a:extLst>
              <a:ext uri="{FF2B5EF4-FFF2-40B4-BE49-F238E27FC236}">
                <a16:creationId xmlns:a16="http://schemas.microsoft.com/office/drawing/2014/main" id="{1BB98288-D55E-1AA9-649B-D22F16A3860F}"/>
              </a:ext>
            </a:extLst>
          </p:cNvPr>
          <p:cNvPicPr>
            <a:picLocks noChangeAspect="1"/>
          </p:cNvPicPr>
          <p:nvPr/>
        </p:nvPicPr>
        <p:blipFill>
          <a:blip r:embed="rId3"/>
          <a:stretch>
            <a:fillRect/>
          </a:stretch>
        </p:blipFill>
        <p:spPr>
          <a:xfrm>
            <a:off x="772902" y="408541"/>
            <a:ext cx="1171689" cy="1110868"/>
          </a:xfrm>
          <a:prstGeom prst="rect">
            <a:avLst/>
          </a:prstGeom>
        </p:spPr>
      </p:pic>
    </p:spTree>
    <p:extLst>
      <p:ext uri="{BB962C8B-B14F-4D97-AF65-F5344CB8AC3E}">
        <p14:creationId xmlns:p14="http://schemas.microsoft.com/office/powerpoint/2010/main" val="4114210545"/>
      </p:ext>
    </p:extLst>
  </p:cSld>
  <p:clrMapOvr>
    <a:masterClrMapping/>
  </p:clrMapOvr>
</p:sld>
</file>

<file path=ppt/theme/theme1.xml><?xml version="1.0" encoding="utf-8"?>
<a:theme xmlns:a="http://schemas.openxmlformats.org/drawingml/2006/main" name="1_Blank">
  <a:themeElements>
    <a:clrScheme name="Genpact Transformation">
      <a:dk1>
        <a:srgbClr val="073262"/>
      </a:dk1>
      <a:lt1>
        <a:sysClr val="window" lastClr="FFFFFF"/>
      </a:lt1>
      <a:dk2>
        <a:srgbClr val="EBECED"/>
      </a:dk2>
      <a:lt2>
        <a:srgbClr val="BFC0C1"/>
      </a:lt2>
      <a:accent1>
        <a:srgbClr val="FF555F"/>
      </a:accent1>
      <a:accent2>
        <a:srgbClr val="00AECF"/>
      </a:accent2>
      <a:accent3>
        <a:srgbClr val="073262"/>
      </a:accent3>
      <a:accent4>
        <a:srgbClr val="EA3946"/>
      </a:accent4>
      <a:accent5>
        <a:srgbClr val="60C7D7"/>
      </a:accent5>
      <a:accent6>
        <a:srgbClr val="10548C"/>
      </a:accent6>
      <a:hlink>
        <a:srgbClr val="00AECF"/>
      </a:hlink>
      <a:folHlink>
        <a:srgbClr val="1F497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C876EA39-A927-4B02-92F1-9F3EC877DD27}" vid="{EE579C3A-0FFD-4428-8C6E-B0CC789B6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1606</TotalTime>
  <Words>478</Words>
  <Application>Microsoft Office PowerPoint</Application>
  <PresentationFormat>Widescreen</PresentationFormat>
  <Paragraphs>46</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1_Blank</vt:lpstr>
      <vt:lpstr>PowerPoint Presentation</vt:lpstr>
    </vt:vector>
  </TitlesOfParts>
  <Company>Genpact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Godavarthi, Abhishek</dc:creator>
  <cp:lastModifiedBy>Pragathi Kumar Suryadevara</cp:lastModifiedBy>
  <cp:revision>201</cp:revision>
  <dcterms:created xsi:type="dcterms:W3CDTF">2020-10-06T06:41:46Z</dcterms:created>
  <dcterms:modified xsi:type="dcterms:W3CDTF">2025-10-29T11:58:18Z</dcterms:modified>
</cp:coreProperties>
</file>