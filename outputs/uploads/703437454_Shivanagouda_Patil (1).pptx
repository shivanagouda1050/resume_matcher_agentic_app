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tiff" ContentType="image/tiff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tags/tag1.xml" ContentType="application/vnd.openxmlformats-officedocument.presentationml.tags+xml"/>
  <Override PartName="/ppt/theme/theme2.xml" ContentType="application/vnd.openxmlformats-officedocument.theme+xml"/>
  <Override PartName="/ppt/tags/tag2.xml" ContentType="application/vnd.openxmlformats-officedocument.presentationml.tags+xml"/>
  <Override PartName="/ppt/notesSlides/notesSlide1.xml" ContentType="application/vnd.openxmlformats-officedocument.presentationml.notesSlide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notesMasterIdLst>
    <p:notesMasterId r:id="rId3"/>
  </p:notesMasterIdLst>
  <p:sldIdLst>
    <p:sldId id="260" r:id="rId2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00305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B295CC33-FB20-DA32-D812-77EC16ADEFE0}" v="1" dt="2025-11-03T10:18:17.277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slideViewPr>
    <p:cSldViewPr snapToGrid="0">
      <p:cViewPr>
        <p:scale>
          <a:sx n="1" d="2"/>
          <a:sy n="1" d="2"/>
        </p:scale>
        <p:origin x="0" y="0"/>
      </p:cViewPr>
      <p:guideLst/>
    </p:cSldViewPr>
  </p:slide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microsoft.com/office/2015/10/relationships/revisionInfo" Target="revisionInfo.xml"/><Relationship Id="rId3" Type="http://schemas.openxmlformats.org/officeDocument/2006/relationships/notesMaster" Target="notesMasters/notesMaster1.xml"/><Relationship Id="rId7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5" Type="http://schemas.openxmlformats.org/officeDocument/2006/relationships/viewProps" Target="viewProps.xml"/><Relationship Id="rId4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29939A4-7C0B-4CF0-9074-998F20A0A38A}" type="datetimeFigureOut">
              <a:rPr lang="en-US" smtClean="0"/>
              <a:t>11/3/2025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FB00787F-B331-46D2-90B2-A2EEACFA6C2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3706653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E9718DD-4AAF-4D8A-BA7D-B91CCB27E3C3}" type="slidenum">
              <a:rPr lang="en-IN" smtClean="0">
                <a:solidFill>
                  <a:prstClr val="black"/>
                </a:solidFill>
              </a:rPr>
              <a:pPr/>
              <a:t>1</a:t>
            </a:fld>
            <a:endParaRPr lang="en-IN">
              <a:solidFill>
                <a:prstClr val="black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99138120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8.pn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image" Target="../media/image10.png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tiff"/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Master" Target="../slideMasters/slideMaster1.xml"/></Relationships>
</file>

<file path=ppt/slideLayouts/_rels/slideLayout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Master" Target="../slideMasters/slideMaster1.xml"/></Relationships>
</file>

<file path=ppt/slideLayouts/_rels/slideLayout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Master" Target="../slideMasters/slideMaster1.xml"/></Relationships>
</file>

<file path=ppt/slideLayouts/_rels/slideLayout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Master" Target="../slideMasters/slideMaster1.xml"/></Relationships>
</file>

<file path=ppt/slideLayouts/_rels/slideLayout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slideMaster" Target="../slideMasters/slideMaster1.xml"/><Relationship Id="rId1" Type="http://schemas.openxmlformats.org/officeDocument/2006/relationships/tags" Target="../tags/tag1.xml"/><Relationship Id="rId4" Type="http://schemas.openxmlformats.org/officeDocument/2006/relationships/image" Target="../media/image15.tiff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ustom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/>
          <p:cNvPicPr>
            <a:picLocks noChangeAspect="1"/>
          </p:cNvPicPr>
          <p:nvPr userDrawn="1"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0" y="-11838"/>
            <a:ext cx="12209991" cy="6869837"/>
          </a:xfrm>
          <a:prstGeom prst="rect">
            <a:avLst/>
          </a:prstGeom>
        </p:spPr>
      </p:pic>
      <p:pic>
        <p:nvPicPr>
          <p:cNvPr id="4" name="Picture 2"/>
          <p:cNvPicPr>
            <a:picLocks noChangeAspect="1" noChangeArrowheads="1"/>
          </p:cNvPicPr>
          <p:nvPr userDrawn="1"/>
        </p:nvPicPr>
        <p:blipFill>
          <a:blip r:embed="rId3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9056914" y="437584"/>
            <a:ext cx="2703286" cy="120541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5" name="Title 4"/>
          <p:cNvSpPr txBox="1">
            <a:spLocks/>
          </p:cNvSpPr>
          <p:nvPr userDrawn="1"/>
        </p:nvSpPr>
        <p:spPr>
          <a:xfrm>
            <a:off x="457200" y="6408032"/>
            <a:ext cx="5129684" cy="256233"/>
          </a:xfrm>
          <a:prstGeom prst="rect">
            <a:avLst/>
          </a:prstGeom>
        </p:spPr>
        <p:txBody>
          <a:bodyPr lIns="0" tIns="0" rIns="0" bIns="0"/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3000" kern="1200">
                <a:solidFill>
                  <a:srgbClr val="053061"/>
                </a:solidFill>
                <a:latin typeface="Georgia" charset="0"/>
                <a:ea typeface="Georgia" charset="0"/>
                <a:cs typeface="Georgia" charset="0"/>
              </a:defRPr>
            </a:lvl1pPr>
          </a:lstStyle>
          <a:p>
            <a:r>
              <a:rPr lang="en-US" sz="800">
                <a:solidFill>
                  <a:schemeClr val="tx1"/>
                </a:solidFill>
                <a:latin typeface="+mn-lt"/>
                <a:ea typeface="Calibri" charset="0"/>
                <a:cs typeface="Calibri" charset="0"/>
              </a:rPr>
              <a:t>© 2020 Copyright Genpact. All Rights Reserved.</a:t>
            </a:r>
          </a:p>
        </p:txBody>
      </p:sp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3530600" y="2507346"/>
            <a:ext cx="8229600" cy="1302654"/>
          </a:xfrm>
          <a:prstGeom prst="rect">
            <a:avLst/>
          </a:prstGeom>
        </p:spPr>
        <p:txBody>
          <a:bodyPr lIns="0"/>
          <a:lstStyle>
            <a:lvl1pPr>
              <a:defRPr kumimoji="0" lang="en-US" sz="4800" b="0" i="0" u="none" strike="noStrike" kern="1200" cap="none" spc="0" normalizeH="0" baseline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Georgia" charset="0"/>
                <a:ea typeface="+mn-ea"/>
                <a:cs typeface="+mn-cs"/>
              </a:defRPr>
            </a:lvl1pPr>
          </a:lstStyle>
          <a:p>
            <a:pPr lvl="0"/>
            <a:r>
              <a:rPr lang="en-US"/>
              <a:t>Click to edit title text</a:t>
            </a:r>
          </a:p>
        </p:txBody>
      </p:sp>
      <p:sp>
        <p:nvSpPr>
          <p:cNvPr id="8" name="Text Placeholder 15"/>
          <p:cNvSpPr>
            <a:spLocks noGrp="1"/>
          </p:cNvSpPr>
          <p:nvPr>
            <p:ph type="body" sz="quarter" idx="13" hasCustomPrompt="1"/>
          </p:nvPr>
        </p:nvSpPr>
        <p:spPr>
          <a:xfrm>
            <a:off x="3527648" y="4175579"/>
            <a:ext cx="6331832" cy="1828800"/>
          </a:xfrm>
          <a:prstGeom prst="rect">
            <a:avLst/>
          </a:prstGeom>
        </p:spPr>
        <p:txBody>
          <a:bodyPr lIns="0"/>
          <a:lstStyle>
            <a:lvl1pPr>
              <a:lnSpc>
                <a:spcPts val="2200"/>
              </a:lnSpc>
              <a:defRPr sz="2000">
                <a:solidFill>
                  <a:schemeClr val="tx1"/>
                </a:solidFill>
                <a:latin typeface="+mj-lt"/>
              </a:defRPr>
            </a:lvl1pPr>
            <a:lvl2pPr algn="l">
              <a:defRPr/>
            </a:lvl2pPr>
          </a:lstStyle>
          <a:p>
            <a:pPr lvl="0"/>
            <a:r>
              <a:rPr lang="en-US"/>
              <a:t>Second level</a:t>
            </a:r>
          </a:p>
          <a:p>
            <a:pPr lvl="0"/>
            <a:r>
              <a:rPr lang="en-US"/>
              <a:t>Third level</a:t>
            </a:r>
          </a:p>
        </p:txBody>
      </p:sp>
      <p:sp>
        <p:nvSpPr>
          <p:cNvPr id="9" name="Text Placeholder 6"/>
          <p:cNvSpPr>
            <a:spLocks noGrp="1"/>
          </p:cNvSpPr>
          <p:nvPr>
            <p:ph type="body" sz="quarter" idx="10" hasCustomPrompt="1"/>
          </p:nvPr>
        </p:nvSpPr>
        <p:spPr>
          <a:xfrm>
            <a:off x="3527648" y="2008094"/>
            <a:ext cx="6722417" cy="381000"/>
          </a:xfrm>
          <a:prstGeom prst="rect">
            <a:avLst/>
          </a:prstGeom>
        </p:spPr>
        <p:txBody>
          <a:bodyPr lIns="0"/>
          <a:lstStyle>
            <a:lvl1pPr>
              <a:defRPr sz="2000" baseline="0">
                <a:solidFill>
                  <a:schemeClr val="tx1"/>
                </a:solidFill>
                <a:latin typeface="+mj-lt"/>
              </a:defRPr>
            </a:lvl1pPr>
          </a:lstStyle>
          <a:p>
            <a:pPr lvl="0"/>
            <a:r>
              <a:rPr lang="en-US"/>
              <a:t>Click to edit text</a:t>
            </a:r>
          </a:p>
        </p:txBody>
      </p:sp>
    </p:spTree>
    <p:extLst>
      <p:ext uri="{BB962C8B-B14F-4D97-AF65-F5344CB8AC3E}">
        <p14:creationId xmlns:p14="http://schemas.microsoft.com/office/powerpoint/2010/main" val="280674886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Agenda Slide Option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3" name="Picture 22"/>
          <p:cNvPicPr>
            <a:picLocks noChangeAspect="1"/>
          </p:cNvPicPr>
          <p:nvPr userDrawn="1"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525" y="0"/>
            <a:ext cx="12188950" cy="6857999"/>
          </a:xfrm>
          <a:prstGeom prst="rect">
            <a:avLst/>
          </a:prstGeom>
        </p:spPr>
      </p:pic>
      <p:pic>
        <p:nvPicPr>
          <p:cNvPr id="8" name="Picture 2"/>
          <p:cNvPicPr>
            <a:picLocks noChangeAspect="1" noChangeArrowheads="1"/>
          </p:cNvPicPr>
          <p:nvPr userDrawn="1"/>
        </p:nvPicPr>
        <p:blipFill>
          <a:blip r:embed="rId3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10894219" y="6463445"/>
            <a:ext cx="838200" cy="30827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41" name="Slide Number Placeholder 5"/>
          <p:cNvSpPr txBox="1">
            <a:spLocks/>
          </p:cNvSpPr>
          <p:nvPr userDrawn="1"/>
        </p:nvSpPr>
        <p:spPr>
          <a:xfrm>
            <a:off x="464594" y="6546567"/>
            <a:ext cx="682256" cy="215444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800" kern="1200">
                <a:solidFill>
                  <a:srgbClr val="053061"/>
                </a:solidFill>
                <a:latin typeface="Georgia" charset="0"/>
                <a:ea typeface="Georgia" charset="0"/>
                <a:cs typeface="Georgia" charset="0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A285110E-A93C-E24B-BA01-8EFF0EF70079}" type="slidenum">
              <a:rPr lang="en-US" b="1" smtClean="0">
                <a:solidFill>
                  <a:schemeClr val="tx1"/>
                </a:solidFill>
                <a:latin typeface="+mn-lt"/>
              </a:rPr>
              <a:pPr/>
              <a:t>‹#›</a:t>
            </a:fld>
            <a:endParaRPr lang="en-US" b="1">
              <a:solidFill>
                <a:schemeClr val="tx1"/>
              </a:solidFill>
              <a:latin typeface="+mn-lt"/>
            </a:endParaRPr>
          </a:p>
        </p:txBody>
      </p:sp>
      <p:sp>
        <p:nvSpPr>
          <p:cNvPr id="42" name="TextBox 41"/>
          <p:cNvSpPr txBox="1"/>
          <p:nvPr userDrawn="1"/>
        </p:nvSpPr>
        <p:spPr>
          <a:xfrm>
            <a:off x="805722" y="6546567"/>
            <a:ext cx="2361408" cy="215444"/>
          </a:xfrm>
          <a:prstGeom prst="rect">
            <a:avLst/>
          </a:prstGeom>
          <a:noFill/>
        </p:spPr>
        <p:txBody>
          <a:bodyPr wrap="square" lIns="0" tIns="0" rIns="0" bIns="0" rtlCol="0" anchor="ctr">
            <a:noAutofit/>
          </a:bodyPr>
          <a:lstStyle/>
          <a:p>
            <a:r>
              <a:rPr lang="en-US" sz="800">
                <a:solidFill>
                  <a:schemeClr val="tx1"/>
                </a:solidFill>
                <a:latin typeface="+mn-lt"/>
                <a:ea typeface="Georgia" charset="0"/>
                <a:cs typeface="Georgia" charset="0"/>
              </a:rPr>
              <a:t>© 2020 Copyright Genpact. All Rights Reserved.</a:t>
            </a:r>
          </a:p>
        </p:txBody>
      </p:sp>
      <p:sp>
        <p:nvSpPr>
          <p:cNvPr id="11" name="Title 1"/>
          <p:cNvSpPr>
            <a:spLocks noGrp="1"/>
          </p:cNvSpPr>
          <p:nvPr>
            <p:ph type="title" hasCustomPrompt="1"/>
          </p:nvPr>
        </p:nvSpPr>
        <p:spPr>
          <a:xfrm>
            <a:off x="457200" y="476250"/>
            <a:ext cx="8534400" cy="554038"/>
          </a:xfrm>
          <a:prstGeom prst="rect">
            <a:avLst/>
          </a:prstGeom>
        </p:spPr>
        <p:txBody>
          <a:bodyPr lIns="0"/>
          <a:lstStyle>
            <a:lvl1pPr>
              <a:defRPr lang="en-US" sz="3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</a:lstStyle>
          <a:p>
            <a:pPr marL="0" lvl="0"/>
            <a:r>
              <a:rPr lang="en-US"/>
              <a:t>Agenda opt 3</a:t>
            </a:r>
          </a:p>
        </p:txBody>
      </p:sp>
    </p:spTree>
    <p:extLst>
      <p:ext uri="{BB962C8B-B14F-4D97-AF65-F5344CB8AC3E}">
        <p14:creationId xmlns:p14="http://schemas.microsoft.com/office/powerpoint/2010/main" val="31561985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Divider Slide Option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/>
          <p:cNvPicPr>
            <a:picLocks noChangeAspect="1"/>
          </p:cNvPicPr>
          <p:nvPr userDrawn="1"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526" y="0"/>
            <a:ext cx="12188948" cy="6872512"/>
          </a:xfrm>
          <a:prstGeom prst="rect">
            <a:avLst/>
          </a:prstGeom>
        </p:spPr>
      </p:pic>
      <p:sp>
        <p:nvSpPr>
          <p:cNvPr id="4" name="Slide Number Placeholder 5"/>
          <p:cNvSpPr txBox="1">
            <a:spLocks/>
          </p:cNvSpPr>
          <p:nvPr userDrawn="1"/>
        </p:nvSpPr>
        <p:spPr>
          <a:xfrm>
            <a:off x="464594" y="6546567"/>
            <a:ext cx="682256" cy="215444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800" kern="1200">
                <a:solidFill>
                  <a:srgbClr val="053061"/>
                </a:solidFill>
                <a:latin typeface="Georgia" charset="0"/>
                <a:ea typeface="Georgia" charset="0"/>
                <a:cs typeface="Georgia" charset="0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A285110E-A93C-E24B-BA01-8EFF0EF70079}" type="slidenum">
              <a:rPr lang="en-US" b="1" smtClean="0">
                <a:solidFill>
                  <a:schemeClr val="bg1"/>
                </a:solidFill>
                <a:latin typeface="+mn-lt"/>
              </a:rPr>
              <a:pPr/>
              <a:t>‹#›</a:t>
            </a:fld>
            <a:endParaRPr lang="en-US" b="1">
              <a:solidFill>
                <a:schemeClr val="bg1"/>
              </a:solidFill>
              <a:latin typeface="+mn-lt"/>
            </a:endParaRPr>
          </a:p>
        </p:txBody>
      </p:sp>
      <p:sp>
        <p:nvSpPr>
          <p:cNvPr id="5" name="TextBox 4"/>
          <p:cNvSpPr txBox="1"/>
          <p:nvPr userDrawn="1"/>
        </p:nvSpPr>
        <p:spPr>
          <a:xfrm>
            <a:off x="805722" y="6546567"/>
            <a:ext cx="2361408" cy="215444"/>
          </a:xfrm>
          <a:prstGeom prst="rect">
            <a:avLst/>
          </a:prstGeom>
          <a:noFill/>
        </p:spPr>
        <p:txBody>
          <a:bodyPr wrap="square" lIns="0" tIns="0" rIns="0" bIns="0" rtlCol="0" anchor="ctr">
            <a:noAutofit/>
          </a:bodyPr>
          <a:lstStyle/>
          <a:p>
            <a:r>
              <a:rPr lang="en-US" sz="800">
                <a:solidFill>
                  <a:schemeClr val="bg1"/>
                </a:solidFill>
                <a:latin typeface="+mn-lt"/>
                <a:ea typeface="Georgia" charset="0"/>
                <a:cs typeface="Georgia" charset="0"/>
              </a:rPr>
              <a:t>© 2020 Copyright Genpact. All Rights Reserved.</a:t>
            </a:r>
          </a:p>
        </p:txBody>
      </p:sp>
      <p:pic>
        <p:nvPicPr>
          <p:cNvPr id="6" name="Picture 5"/>
          <p:cNvPicPr>
            <a:picLocks noChangeAspect="1"/>
          </p:cNvPicPr>
          <p:nvPr userDrawn="1"/>
        </p:nvPicPr>
        <p:blipFill>
          <a:blip r:embed="rId3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0874375" y="6446360"/>
            <a:ext cx="868156" cy="340728"/>
          </a:xfrm>
          <a:prstGeom prst="rect">
            <a:avLst/>
          </a:prstGeom>
        </p:spPr>
      </p:pic>
      <p:sp>
        <p:nvSpPr>
          <p:cNvPr id="11" name="Text Placeholder 10"/>
          <p:cNvSpPr>
            <a:spLocks noGrp="1"/>
          </p:cNvSpPr>
          <p:nvPr>
            <p:ph type="body" sz="quarter" idx="11" hasCustomPrompt="1"/>
          </p:nvPr>
        </p:nvSpPr>
        <p:spPr>
          <a:xfrm>
            <a:off x="464593" y="4267200"/>
            <a:ext cx="6397625" cy="381000"/>
          </a:xfrm>
          <a:prstGeom prst="rect">
            <a:avLst/>
          </a:prstGeom>
        </p:spPr>
        <p:txBody>
          <a:bodyPr lIns="0" anchor="ctr"/>
          <a:lstStyle>
            <a:lvl1pPr>
              <a:defRPr sz="1800">
                <a:solidFill>
                  <a:schemeClr val="bg1"/>
                </a:solidFill>
                <a:latin typeface="+mj-lt"/>
              </a:defRPr>
            </a:lvl1pPr>
            <a:lvl2pPr>
              <a:defRPr>
                <a:solidFill>
                  <a:schemeClr val="bg1"/>
                </a:solidFill>
                <a:latin typeface="Calibri" panose="020F0502020204030204" pitchFamily="34" charset="0"/>
              </a:defRPr>
            </a:lvl2pPr>
            <a:lvl3pPr>
              <a:defRPr>
                <a:solidFill>
                  <a:schemeClr val="bg1"/>
                </a:solidFill>
                <a:latin typeface="Calibri" panose="020F0502020204030204" pitchFamily="34" charset="0"/>
              </a:defRPr>
            </a:lvl3pPr>
            <a:lvl4pPr>
              <a:defRPr>
                <a:solidFill>
                  <a:schemeClr val="bg1"/>
                </a:solidFill>
                <a:latin typeface="Calibri" panose="020F0502020204030204" pitchFamily="34" charset="0"/>
              </a:defRPr>
            </a:lvl4pPr>
            <a:lvl5pPr>
              <a:defRPr>
                <a:solidFill>
                  <a:schemeClr val="bg1"/>
                </a:solidFill>
                <a:latin typeface="Calibri" panose="020F0502020204030204" pitchFamily="34" charset="0"/>
              </a:defRPr>
            </a:lvl5pPr>
          </a:lstStyle>
          <a:p>
            <a:pPr lvl="0"/>
            <a:r>
              <a:rPr lang="en-US"/>
              <a:t>Subtitle, if needed</a:t>
            </a:r>
            <a:endParaRPr lang="en-IN"/>
          </a:p>
        </p:txBody>
      </p:sp>
      <p:sp>
        <p:nvSpPr>
          <p:cNvPr id="9" name="Title 1"/>
          <p:cNvSpPr>
            <a:spLocks noGrp="1"/>
          </p:cNvSpPr>
          <p:nvPr>
            <p:ph type="title" hasCustomPrompt="1"/>
          </p:nvPr>
        </p:nvSpPr>
        <p:spPr>
          <a:xfrm>
            <a:off x="464593" y="2533650"/>
            <a:ext cx="6469606" cy="1447800"/>
          </a:xfrm>
          <a:prstGeom prst="rect">
            <a:avLst/>
          </a:prstGeom>
        </p:spPr>
        <p:txBody>
          <a:bodyPr lIns="0" anchor="ctr"/>
          <a:lstStyle>
            <a:lvl1pPr>
              <a:defRPr lang="en-US" sz="4800" dirty="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1pPr>
          </a:lstStyle>
          <a:p>
            <a:r>
              <a:rPr lang="en-US" sz="4800">
                <a:solidFill>
                  <a:schemeClr val="bg1"/>
                </a:solidFill>
              </a:rPr>
              <a:t>Divider slide options Lorem ipsum dolor</a:t>
            </a:r>
          </a:p>
        </p:txBody>
      </p:sp>
    </p:spTree>
    <p:extLst>
      <p:ext uri="{BB962C8B-B14F-4D97-AF65-F5344CB8AC3E}">
        <p14:creationId xmlns:p14="http://schemas.microsoft.com/office/powerpoint/2010/main" val="61924904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Divider Slide Option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" name="Picture 11"/>
          <p:cNvPicPr>
            <a:picLocks noChangeAspect="1"/>
          </p:cNvPicPr>
          <p:nvPr userDrawn="1"/>
        </p:nvPicPr>
        <p:blipFill rotWithShape="1"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6980347" y="0"/>
            <a:ext cx="5210123" cy="6872508"/>
          </a:xfrm>
          <a:prstGeom prst="rect">
            <a:avLst/>
          </a:prstGeom>
        </p:spPr>
      </p:pic>
      <p:sp>
        <p:nvSpPr>
          <p:cNvPr id="4" name="Slide Number Placeholder 5"/>
          <p:cNvSpPr txBox="1">
            <a:spLocks/>
          </p:cNvSpPr>
          <p:nvPr userDrawn="1"/>
        </p:nvSpPr>
        <p:spPr>
          <a:xfrm>
            <a:off x="464594" y="6546567"/>
            <a:ext cx="682256" cy="215444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800" kern="1200">
                <a:solidFill>
                  <a:srgbClr val="053061"/>
                </a:solidFill>
                <a:latin typeface="Georgia" charset="0"/>
                <a:ea typeface="Georgia" charset="0"/>
                <a:cs typeface="Georgia" charset="0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A285110E-A93C-E24B-BA01-8EFF0EF70079}" type="slidenum">
              <a:rPr lang="en-US" b="1" smtClean="0">
                <a:solidFill>
                  <a:schemeClr val="tx1"/>
                </a:solidFill>
                <a:latin typeface="+mn-lt"/>
              </a:rPr>
              <a:pPr/>
              <a:t>‹#›</a:t>
            </a:fld>
            <a:endParaRPr lang="en-US" b="1">
              <a:solidFill>
                <a:schemeClr val="tx1"/>
              </a:solidFill>
              <a:latin typeface="+mn-lt"/>
            </a:endParaRPr>
          </a:p>
        </p:txBody>
      </p:sp>
      <p:sp>
        <p:nvSpPr>
          <p:cNvPr id="5" name="TextBox 4"/>
          <p:cNvSpPr txBox="1"/>
          <p:nvPr userDrawn="1"/>
        </p:nvSpPr>
        <p:spPr>
          <a:xfrm>
            <a:off x="805722" y="6546567"/>
            <a:ext cx="2361408" cy="215444"/>
          </a:xfrm>
          <a:prstGeom prst="rect">
            <a:avLst/>
          </a:prstGeom>
          <a:noFill/>
        </p:spPr>
        <p:txBody>
          <a:bodyPr wrap="square" lIns="0" tIns="0" rIns="0" bIns="0" rtlCol="0" anchor="ctr">
            <a:noAutofit/>
          </a:bodyPr>
          <a:lstStyle/>
          <a:p>
            <a:r>
              <a:rPr lang="en-US" sz="800">
                <a:solidFill>
                  <a:schemeClr val="tx1"/>
                </a:solidFill>
                <a:latin typeface="+mn-lt"/>
                <a:ea typeface="Georgia" charset="0"/>
                <a:cs typeface="Georgia" charset="0"/>
              </a:rPr>
              <a:t>© 2020 Copyright Genpact. All Rights Reserved.</a:t>
            </a:r>
          </a:p>
        </p:txBody>
      </p:sp>
      <p:pic>
        <p:nvPicPr>
          <p:cNvPr id="6" name="Picture 5"/>
          <p:cNvPicPr>
            <a:picLocks noChangeAspect="1"/>
          </p:cNvPicPr>
          <p:nvPr userDrawn="1"/>
        </p:nvPicPr>
        <p:blipFill>
          <a:blip r:embed="rId3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0874375" y="6446360"/>
            <a:ext cx="868156" cy="340728"/>
          </a:xfrm>
          <a:prstGeom prst="rect">
            <a:avLst/>
          </a:prstGeom>
        </p:spPr>
      </p:pic>
      <p:sp>
        <p:nvSpPr>
          <p:cNvPr id="11" name="Text Placeholder 10"/>
          <p:cNvSpPr>
            <a:spLocks noGrp="1"/>
          </p:cNvSpPr>
          <p:nvPr>
            <p:ph type="body" sz="quarter" idx="11" hasCustomPrompt="1"/>
          </p:nvPr>
        </p:nvSpPr>
        <p:spPr>
          <a:xfrm>
            <a:off x="464593" y="4267200"/>
            <a:ext cx="6397625" cy="381000"/>
          </a:xfrm>
          <a:prstGeom prst="rect">
            <a:avLst/>
          </a:prstGeom>
        </p:spPr>
        <p:txBody>
          <a:bodyPr lIns="0" anchor="ctr"/>
          <a:lstStyle>
            <a:lvl1pPr>
              <a:defRPr sz="1800">
                <a:solidFill>
                  <a:srgbClr val="073262"/>
                </a:solidFill>
                <a:latin typeface="+mj-lt"/>
              </a:defRPr>
            </a:lvl1pPr>
            <a:lvl2pPr>
              <a:defRPr>
                <a:solidFill>
                  <a:schemeClr val="bg1"/>
                </a:solidFill>
                <a:latin typeface="Calibri" panose="020F0502020204030204" pitchFamily="34" charset="0"/>
              </a:defRPr>
            </a:lvl2pPr>
            <a:lvl3pPr>
              <a:defRPr>
                <a:solidFill>
                  <a:schemeClr val="bg1"/>
                </a:solidFill>
                <a:latin typeface="Calibri" panose="020F0502020204030204" pitchFamily="34" charset="0"/>
              </a:defRPr>
            </a:lvl3pPr>
            <a:lvl4pPr>
              <a:defRPr>
                <a:solidFill>
                  <a:schemeClr val="bg1"/>
                </a:solidFill>
                <a:latin typeface="Calibri" panose="020F0502020204030204" pitchFamily="34" charset="0"/>
              </a:defRPr>
            </a:lvl4pPr>
            <a:lvl5pPr>
              <a:defRPr>
                <a:solidFill>
                  <a:schemeClr val="bg1"/>
                </a:solidFill>
                <a:latin typeface="Calibri" panose="020F0502020204030204" pitchFamily="34" charset="0"/>
              </a:defRPr>
            </a:lvl5pPr>
          </a:lstStyle>
          <a:p>
            <a:pPr lvl="0"/>
            <a:r>
              <a:rPr lang="en-US"/>
              <a:t>Subtitle, if needed</a:t>
            </a:r>
            <a:endParaRPr lang="en-IN"/>
          </a:p>
        </p:txBody>
      </p:sp>
      <p:sp>
        <p:nvSpPr>
          <p:cNvPr id="10" name="Title 1"/>
          <p:cNvSpPr>
            <a:spLocks noGrp="1"/>
          </p:cNvSpPr>
          <p:nvPr>
            <p:ph type="title" hasCustomPrompt="1"/>
          </p:nvPr>
        </p:nvSpPr>
        <p:spPr>
          <a:xfrm>
            <a:off x="474118" y="2693894"/>
            <a:ext cx="7069682" cy="1143000"/>
          </a:xfrm>
          <a:prstGeom prst="rect">
            <a:avLst/>
          </a:prstGeom>
        </p:spPr>
        <p:txBody>
          <a:bodyPr lIns="0" anchor="ctr"/>
          <a:lstStyle>
            <a:lvl1pPr>
              <a:defRPr lang="en-US" sz="4800" dirty="0">
                <a:solidFill>
                  <a:srgbClr val="073262"/>
                </a:solidFill>
                <a:latin typeface="+mn-lt"/>
                <a:ea typeface="+mn-ea"/>
                <a:cs typeface="+mn-cs"/>
              </a:defRPr>
            </a:lvl1pPr>
          </a:lstStyle>
          <a:p>
            <a:pPr lvl="0"/>
            <a:r>
              <a:rPr lang="en-US"/>
              <a:t>Divider slide options</a:t>
            </a:r>
            <a:br>
              <a:rPr lang="en-US"/>
            </a:br>
            <a:r>
              <a:rPr lang="en-US"/>
              <a:t>Lorem ipsum dolor</a:t>
            </a:r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53602614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and Pictu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Slide Number Placeholder 5"/>
          <p:cNvSpPr txBox="1">
            <a:spLocks/>
          </p:cNvSpPr>
          <p:nvPr userDrawn="1"/>
        </p:nvSpPr>
        <p:spPr>
          <a:xfrm>
            <a:off x="464594" y="6546567"/>
            <a:ext cx="682256" cy="215444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800" kern="1200">
                <a:solidFill>
                  <a:srgbClr val="053061"/>
                </a:solidFill>
                <a:latin typeface="Georgia" charset="0"/>
                <a:ea typeface="Georgia" charset="0"/>
                <a:cs typeface="Georgia" charset="0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A285110E-A93C-E24B-BA01-8EFF0EF70079}" type="slidenum">
              <a:rPr lang="en-US" b="1" smtClean="0">
                <a:solidFill>
                  <a:schemeClr val="tx1"/>
                </a:solidFill>
                <a:latin typeface="+mn-lt"/>
              </a:rPr>
              <a:pPr/>
              <a:t>‹#›</a:t>
            </a:fld>
            <a:endParaRPr lang="en-US" b="1">
              <a:solidFill>
                <a:schemeClr val="tx1"/>
              </a:solidFill>
              <a:latin typeface="+mn-lt"/>
            </a:endParaRPr>
          </a:p>
        </p:txBody>
      </p:sp>
      <p:sp>
        <p:nvSpPr>
          <p:cNvPr id="17" name="TextBox 16"/>
          <p:cNvSpPr txBox="1"/>
          <p:nvPr userDrawn="1"/>
        </p:nvSpPr>
        <p:spPr>
          <a:xfrm>
            <a:off x="805722" y="6546567"/>
            <a:ext cx="2361408" cy="215444"/>
          </a:xfrm>
          <a:prstGeom prst="rect">
            <a:avLst/>
          </a:prstGeom>
          <a:noFill/>
        </p:spPr>
        <p:txBody>
          <a:bodyPr wrap="square" lIns="0" tIns="0" rIns="0" bIns="0" rtlCol="0" anchor="ctr">
            <a:noAutofit/>
          </a:bodyPr>
          <a:lstStyle/>
          <a:p>
            <a:r>
              <a:rPr lang="en-US" sz="800">
                <a:solidFill>
                  <a:schemeClr val="tx1"/>
                </a:solidFill>
                <a:latin typeface="+mn-lt"/>
                <a:ea typeface="Georgia" charset="0"/>
                <a:cs typeface="Georgia" charset="0"/>
              </a:rPr>
              <a:t>© 2020 Copyright Genpact. All Rights Reserved.</a:t>
            </a:r>
          </a:p>
        </p:txBody>
      </p:sp>
      <p:sp>
        <p:nvSpPr>
          <p:cNvPr id="8" name="Title 1"/>
          <p:cNvSpPr>
            <a:spLocks noGrp="1"/>
          </p:cNvSpPr>
          <p:nvPr>
            <p:ph type="title" hasCustomPrompt="1"/>
          </p:nvPr>
        </p:nvSpPr>
        <p:spPr>
          <a:xfrm>
            <a:off x="460744" y="469900"/>
            <a:ext cx="11299456" cy="533400"/>
          </a:xfrm>
          <a:prstGeom prst="rect">
            <a:avLst/>
          </a:prstGeom>
        </p:spPr>
        <p:txBody>
          <a:bodyPr lIns="0" anchor="b"/>
          <a:lstStyle>
            <a:lvl1pPr>
              <a:defRPr lang="en-US" sz="3000" dirty="0">
                <a:solidFill>
                  <a:srgbClr val="063161"/>
                </a:solidFill>
                <a:latin typeface="Georgia" panose="02040502050405020303" pitchFamily="18" charset="0"/>
                <a:ea typeface="+mn-ea"/>
                <a:cs typeface="+mn-cs"/>
              </a:defRPr>
            </a:lvl1pPr>
          </a:lstStyle>
          <a:p>
            <a:pPr lvl="0"/>
            <a:r>
              <a:rPr lang="en-US"/>
              <a:t>Content slide title goes here</a:t>
            </a:r>
          </a:p>
        </p:txBody>
      </p:sp>
      <p:pic>
        <p:nvPicPr>
          <p:cNvPr id="6" name="Picture 2">
            <a:extLst>
              <a:ext uri="{FF2B5EF4-FFF2-40B4-BE49-F238E27FC236}">
                <a16:creationId xmlns:a16="http://schemas.microsoft.com/office/drawing/2014/main" id="{EBDCBE3F-9CE8-4FAC-94F4-2B6FBE706DB8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10894219" y="6463445"/>
            <a:ext cx="838200" cy="30827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307916528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Content and Pictu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Text Placeholder 22"/>
          <p:cNvSpPr>
            <a:spLocks noGrp="1"/>
          </p:cNvSpPr>
          <p:nvPr>
            <p:ph type="body" sz="quarter" idx="12" hasCustomPrompt="1"/>
          </p:nvPr>
        </p:nvSpPr>
        <p:spPr>
          <a:xfrm>
            <a:off x="460744" y="980623"/>
            <a:ext cx="11299456" cy="533400"/>
          </a:xfrm>
          <a:prstGeom prst="rect">
            <a:avLst/>
          </a:prstGeom>
        </p:spPr>
        <p:txBody>
          <a:bodyPr lIns="0" anchor="t"/>
          <a:lstStyle>
            <a:lvl1pPr>
              <a:defRPr sz="2200">
                <a:solidFill>
                  <a:srgbClr val="063161"/>
                </a:solidFill>
                <a:latin typeface="Georgia" panose="02040502050405020303" pitchFamily="18" charset="0"/>
              </a:defRPr>
            </a:lvl1pPr>
          </a:lstStyle>
          <a:p>
            <a:pPr lvl="0"/>
            <a:r>
              <a:rPr lang="en-US"/>
              <a:t>Lorem ipsum dolor sit </a:t>
            </a:r>
            <a:r>
              <a:rPr lang="en-US" err="1"/>
              <a:t>amet</a:t>
            </a:r>
            <a:r>
              <a:rPr lang="en-US"/>
              <a:t>, </a:t>
            </a:r>
            <a:r>
              <a:rPr lang="en-US" err="1"/>
              <a:t>consectetur</a:t>
            </a:r>
            <a:r>
              <a:rPr lang="en-US"/>
              <a:t> </a:t>
            </a:r>
            <a:r>
              <a:rPr lang="en-US" err="1"/>
              <a:t>adipisicing</a:t>
            </a:r>
            <a:r>
              <a:rPr lang="en-US"/>
              <a:t> </a:t>
            </a:r>
            <a:r>
              <a:rPr lang="en-US" err="1"/>
              <a:t>elit</a:t>
            </a:r>
            <a:endParaRPr lang="en-US"/>
          </a:p>
        </p:txBody>
      </p:sp>
      <p:sp>
        <p:nvSpPr>
          <p:cNvPr id="16" name="Slide Number Placeholder 5"/>
          <p:cNvSpPr txBox="1">
            <a:spLocks/>
          </p:cNvSpPr>
          <p:nvPr userDrawn="1"/>
        </p:nvSpPr>
        <p:spPr>
          <a:xfrm>
            <a:off x="464594" y="6546567"/>
            <a:ext cx="682256" cy="215444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800" kern="1200">
                <a:solidFill>
                  <a:srgbClr val="053061"/>
                </a:solidFill>
                <a:latin typeface="Georgia" charset="0"/>
                <a:ea typeface="Georgia" charset="0"/>
                <a:cs typeface="Georgia" charset="0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A285110E-A93C-E24B-BA01-8EFF0EF70079}" type="slidenum">
              <a:rPr lang="en-US" b="1" smtClean="0">
                <a:solidFill>
                  <a:schemeClr val="tx1"/>
                </a:solidFill>
                <a:latin typeface="+mn-lt"/>
              </a:rPr>
              <a:pPr/>
              <a:t>‹#›</a:t>
            </a:fld>
            <a:endParaRPr lang="en-US" b="1">
              <a:solidFill>
                <a:schemeClr val="tx1"/>
              </a:solidFill>
              <a:latin typeface="+mn-lt"/>
            </a:endParaRPr>
          </a:p>
        </p:txBody>
      </p:sp>
      <p:sp>
        <p:nvSpPr>
          <p:cNvPr id="17" name="TextBox 16"/>
          <p:cNvSpPr txBox="1"/>
          <p:nvPr userDrawn="1"/>
        </p:nvSpPr>
        <p:spPr>
          <a:xfrm>
            <a:off x="805722" y="6546567"/>
            <a:ext cx="2361408" cy="215444"/>
          </a:xfrm>
          <a:prstGeom prst="rect">
            <a:avLst/>
          </a:prstGeom>
          <a:noFill/>
        </p:spPr>
        <p:txBody>
          <a:bodyPr wrap="square" lIns="0" tIns="0" rIns="0" bIns="0" rtlCol="0" anchor="ctr">
            <a:noAutofit/>
          </a:bodyPr>
          <a:lstStyle/>
          <a:p>
            <a:r>
              <a:rPr lang="en-US" sz="800">
                <a:solidFill>
                  <a:schemeClr val="tx1"/>
                </a:solidFill>
                <a:latin typeface="+mn-lt"/>
                <a:ea typeface="Georgia" charset="0"/>
                <a:cs typeface="Georgia" charset="0"/>
              </a:rPr>
              <a:t>© 2020 Copyright Genpact. All Rights Reserved.</a:t>
            </a:r>
          </a:p>
        </p:txBody>
      </p:sp>
      <p:pic>
        <p:nvPicPr>
          <p:cNvPr id="7" name="Picture 2"/>
          <p:cNvPicPr>
            <a:picLocks noChangeAspect="1" noChangeArrowheads="1"/>
          </p:cNvPicPr>
          <p:nvPr userDrawn="1"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10894219" y="6463445"/>
            <a:ext cx="838200" cy="30827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8" name="Title 1"/>
          <p:cNvSpPr>
            <a:spLocks noGrp="1"/>
          </p:cNvSpPr>
          <p:nvPr>
            <p:ph type="title" hasCustomPrompt="1"/>
          </p:nvPr>
        </p:nvSpPr>
        <p:spPr>
          <a:xfrm>
            <a:off x="460744" y="469900"/>
            <a:ext cx="11299456" cy="533400"/>
          </a:xfrm>
          <a:prstGeom prst="rect">
            <a:avLst/>
          </a:prstGeom>
        </p:spPr>
        <p:txBody>
          <a:bodyPr lIns="0" anchor="b"/>
          <a:lstStyle>
            <a:lvl1pPr>
              <a:defRPr lang="en-US" sz="3000" dirty="0">
                <a:solidFill>
                  <a:srgbClr val="063161"/>
                </a:solidFill>
                <a:latin typeface="Georgia" panose="02040502050405020303" pitchFamily="18" charset="0"/>
                <a:ea typeface="+mn-ea"/>
                <a:cs typeface="+mn-cs"/>
              </a:defRPr>
            </a:lvl1pPr>
          </a:lstStyle>
          <a:p>
            <a:pPr lvl="0"/>
            <a:r>
              <a:rPr lang="en-US"/>
              <a:t>Content slide title goes here</a:t>
            </a:r>
          </a:p>
        </p:txBody>
      </p:sp>
    </p:spTree>
    <p:extLst>
      <p:ext uri="{BB962C8B-B14F-4D97-AF65-F5344CB8AC3E}">
        <p14:creationId xmlns:p14="http://schemas.microsoft.com/office/powerpoint/2010/main" val="1503829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Content and Pictu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Slide Number Placeholder 5"/>
          <p:cNvSpPr txBox="1">
            <a:spLocks/>
          </p:cNvSpPr>
          <p:nvPr userDrawn="1"/>
        </p:nvSpPr>
        <p:spPr>
          <a:xfrm>
            <a:off x="464594" y="6546567"/>
            <a:ext cx="682256" cy="215444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800" kern="1200">
                <a:solidFill>
                  <a:srgbClr val="053061"/>
                </a:solidFill>
                <a:latin typeface="Georgia" charset="0"/>
                <a:ea typeface="Georgia" charset="0"/>
                <a:cs typeface="Georgia" charset="0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A285110E-A93C-E24B-BA01-8EFF0EF70079}" type="slidenum">
              <a:rPr lang="en-US" b="1" smtClean="0">
                <a:solidFill>
                  <a:schemeClr val="tx1"/>
                </a:solidFill>
                <a:latin typeface="+mn-lt"/>
              </a:rPr>
              <a:pPr/>
              <a:t>‹#›</a:t>
            </a:fld>
            <a:endParaRPr lang="en-US" b="1">
              <a:solidFill>
                <a:schemeClr val="tx1"/>
              </a:solidFill>
              <a:latin typeface="+mn-lt"/>
            </a:endParaRPr>
          </a:p>
        </p:txBody>
      </p:sp>
      <p:sp>
        <p:nvSpPr>
          <p:cNvPr id="17" name="TextBox 16"/>
          <p:cNvSpPr txBox="1"/>
          <p:nvPr userDrawn="1"/>
        </p:nvSpPr>
        <p:spPr>
          <a:xfrm>
            <a:off x="805722" y="6546567"/>
            <a:ext cx="2361408" cy="215444"/>
          </a:xfrm>
          <a:prstGeom prst="rect">
            <a:avLst/>
          </a:prstGeom>
          <a:noFill/>
        </p:spPr>
        <p:txBody>
          <a:bodyPr wrap="square" lIns="0" tIns="0" rIns="0" bIns="0" rtlCol="0" anchor="ctr">
            <a:noAutofit/>
          </a:bodyPr>
          <a:lstStyle/>
          <a:p>
            <a:r>
              <a:rPr lang="en-US" sz="800">
                <a:solidFill>
                  <a:schemeClr val="tx1"/>
                </a:solidFill>
                <a:latin typeface="+mn-lt"/>
                <a:ea typeface="Georgia" charset="0"/>
                <a:cs typeface="Georgia" charset="0"/>
              </a:rPr>
              <a:t>© 2020 Copyright Genpact. All Rights Reserved.</a:t>
            </a:r>
          </a:p>
        </p:txBody>
      </p:sp>
      <p:pic>
        <p:nvPicPr>
          <p:cNvPr id="7" name="Picture 2"/>
          <p:cNvPicPr>
            <a:picLocks noChangeAspect="1" noChangeArrowheads="1"/>
          </p:cNvPicPr>
          <p:nvPr userDrawn="1"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10894219" y="6463445"/>
            <a:ext cx="838200" cy="30827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8" name="Title 1"/>
          <p:cNvSpPr>
            <a:spLocks noGrp="1"/>
          </p:cNvSpPr>
          <p:nvPr>
            <p:ph type="title" hasCustomPrompt="1"/>
          </p:nvPr>
        </p:nvSpPr>
        <p:spPr>
          <a:xfrm>
            <a:off x="460744" y="469900"/>
            <a:ext cx="11299456" cy="533400"/>
          </a:xfrm>
          <a:prstGeom prst="rect">
            <a:avLst/>
          </a:prstGeom>
        </p:spPr>
        <p:txBody>
          <a:bodyPr lIns="0" anchor="b"/>
          <a:lstStyle>
            <a:lvl1pPr>
              <a:defRPr lang="en-US" sz="3000" dirty="0">
                <a:solidFill>
                  <a:srgbClr val="063161"/>
                </a:solidFill>
                <a:latin typeface="Georgia" panose="02040502050405020303" pitchFamily="18" charset="0"/>
                <a:ea typeface="+mn-ea"/>
                <a:cs typeface="+mn-cs"/>
              </a:defRPr>
            </a:lvl1pPr>
          </a:lstStyle>
          <a:p>
            <a:pPr lvl="0"/>
            <a:r>
              <a:rPr lang="en-US"/>
              <a:t>Content slide title goes here</a:t>
            </a:r>
          </a:p>
        </p:txBody>
      </p:sp>
      <p:sp>
        <p:nvSpPr>
          <p:cNvPr id="9" name="Text Placeholder 2"/>
          <p:cNvSpPr>
            <a:spLocks noGrp="1"/>
          </p:cNvSpPr>
          <p:nvPr>
            <p:ph type="body" sz="quarter" idx="14"/>
          </p:nvPr>
        </p:nvSpPr>
        <p:spPr>
          <a:xfrm>
            <a:off x="460744" y="29027"/>
            <a:ext cx="11299456" cy="353109"/>
          </a:xfrm>
          <a:prstGeom prst="rect">
            <a:avLst/>
          </a:prstGeom>
        </p:spPr>
        <p:txBody>
          <a:bodyPr lIns="0" anchor="ctr"/>
          <a:lstStyle>
            <a:lvl1pPr>
              <a:defRPr sz="1000">
                <a:solidFill>
                  <a:schemeClr val="tx1"/>
                </a:solidFill>
              </a:defRPr>
            </a:lvl1pPr>
          </a:lstStyle>
          <a:p>
            <a:pPr lvl="0"/>
            <a:r>
              <a:rPr lang="en-US"/>
              <a:t>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68848200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Content and Pictu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Text Placeholder 22"/>
          <p:cNvSpPr>
            <a:spLocks noGrp="1"/>
          </p:cNvSpPr>
          <p:nvPr>
            <p:ph type="body" sz="quarter" idx="12" hasCustomPrompt="1"/>
          </p:nvPr>
        </p:nvSpPr>
        <p:spPr>
          <a:xfrm>
            <a:off x="460744" y="980623"/>
            <a:ext cx="11299456" cy="533400"/>
          </a:xfrm>
          <a:prstGeom prst="rect">
            <a:avLst/>
          </a:prstGeom>
        </p:spPr>
        <p:txBody>
          <a:bodyPr lIns="0" anchor="t"/>
          <a:lstStyle>
            <a:lvl1pPr>
              <a:defRPr sz="2200">
                <a:solidFill>
                  <a:srgbClr val="063161"/>
                </a:solidFill>
                <a:latin typeface="Georgia" panose="02040502050405020303" pitchFamily="18" charset="0"/>
              </a:defRPr>
            </a:lvl1pPr>
          </a:lstStyle>
          <a:p>
            <a:pPr lvl="0"/>
            <a:r>
              <a:rPr lang="en-US"/>
              <a:t>Lorem ipsum dolor sit </a:t>
            </a:r>
            <a:r>
              <a:rPr lang="en-US" err="1"/>
              <a:t>amet</a:t>
            </a:r>
            <a:r>
              <a:rPr lang="en-US"/>
              <a:t>, </a:t>
            </a:r>
            <a:r>
              <a:rPr lang="en-US" err="1"/>
              <a:t>consectetur</a:t>
            </a:r>
            <a:r>
              <a:rPr lang="en-US"/>
              <a:t> </a:t>
            </a:r>
            <a:r>
              <a:rPr lang="en-US" err="1"/>
              <a:t>adipisicing</a:t>
            </a:r>
            <a:r>
              <a:rPr lang="en-US"/>
              <a:t> </a:t>
            </a:r>
            <a:r>
              <a:rPr lang="en-US" err="1"/>
              <a:t>elit</a:t>
            </a:r>
            <a:endParaRPr lang="en-US"/>
          </a:p>
        </p:txBody>
      </p:sp>
      <p:sp>
        <p:nvSpPr>
          <p:cNvPr id="16" name="Slide Number Placeholder 5"/>
          <p:cNvSpPr txBox="1">
            <a:spLocks/>
          </p:cNvSpPr>
          <p:nvPr userDrawn="1"/>
        </p:nvSpPr>
        <p:spPr>
          <a:xfrm>
            <a:off x="464594" y="6546567"/>
            <a:ext cx="682256" cy="215444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800" kern="1200">
                <a:solidFill>
                  <a:srgbClr val="053061"/>
                </a:solidFill>
                <a:latin typeface="Georgia" charset="0"/>
                <a:ea typeface="Georgia" charset="0"/>
                <a:cs typeface="Georgia" charset="0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A285110E-A93C-E24B-BA01-8EFF0EF70079}" type="slidenum">
              <a:rPr lang="en-US" b="1" smtClean="0">
                <a:solidFill>
                  <a:schemeClr val="tx1"/>
                </a:solidFill>
                <a:latin typeface="+mn-lt"/>
              </a:rPr>
              <a:pPr/>
              <a:t>‹#›</a:t>
            </a:fld>
            <a:endParaRPr lang="en-US" b="1">
              <a:solidFill>
                <a:schemeClr val="tx1"/>
              </a:solidFill>
              <a:latin typeface="+mn-lt"/>
            </a:endParaRPr>
          </a:p>
        </p:txBody>
      </p:sp>
      <p:sp>
        <p:nvSpPr>
          <p:cNvPr id="17" name="TextBox 16"/>
          <p:cNvSpPr txBox="1"/>
          <p:nvPr userDrawn="1"/>
        </p:nvSpPr>
        <p:spPr>
          <a:xfrm>
            <a:off x="805722" y="6546567"/>
            <a:ext cx="2361408" cy="215444"/>
          </a:xfrm>
          <a:prstGeom prst="rect">
            <a:avLst/>
          </a:prstGeom>
          <a:noFill/>
        </p:spPr>
        <p:txBody>
          <a:bodyPr wrap="square" lIns="0" tIns="0" rIns="0" bIns="0" rtlCol="0" anchor="ctr">
            <a:noAutofit/>
          </a:bodyPr>
          <a:lstStyle/>
          <a:p>
            <a:r>
              <a:rPr lang="en-US" sz="800">
                <a:solidFill>
                  <a:schemeClr val="tx1"/>
                </a:solidFill>
                <a:latin typeface="+mn-lt"/>
                <a:ea typeface="Georgia" charset="0"/>
                <a:cs typeface="Georgia" charset="0"/>
              </a:rPr>
              <a:t>© 2020 Copyright Genpact. All Rights Reserved.</a:t>
            </a:r>
          </a:p>
        </p:txBody>
      </p:sp>
      <p:pic>
        <p:nvPicPr>
          <p:cNvPr id="7" name="Picture 2"/>
          <p:cNvPicPr>
            <a:picLocks noChangeAspect="1" noChangeArrowheads="1"/>
          </p:cNvPicPr>
          <p:nvPr userDrawn="1"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10894219" y="6463445"/>
            <a:ext cx="838200" cy="30827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8" name="Title 1"/>
          <p:cNvSpPr>
            <a:spLocks noGrp="1"/>
          </p:cNvSpPr>
          <p:nvPr>
            <p:ph type="title" hasCustomPrompt="1"/>
          </p:nvPr>
        </p:nvSpPr>
        <p:spPr>
          <a:xfrm>
            <a:off x="460744" y="469900"/>
            <a:ext cx="11299456" cy="533400"/>
          </a:xfrm>
          <a:prstGeom prst="rect">
            <a:avLst/>
          </a:prstGeom>
        </p:spPr>
        <p:txBody>
          <a:bodyPr lIns="0" anchor="b"/>
          <a:lstStyle>
            <a:lvl1pPr>
              <a:defRPr lang="en-US" sz="3000" dirty="0">
                <a:solidFill>
                  <a:srgbClr val="063161"/>
                </a:solidFill>
                <a:latin typeface="Georgia" panose="02040502050405020303" pitchFamily="18" charset="0"/>
                <a:ea typeface="+mn-ea"/>
                <a:cs typeface="+mn-cs"/>
              </a:defRPr>
            </a:lvl1pPr>
          </a:lstStyle>
          <a:p>
            <a:pPr lvl="0"/>
            <a:r>
              <a:rPr lang="en-US"/>
              <a:t>Content slide title goes here</a:t>
            </a:r>
          </a:p>
        </p:txBody>
      </p:sp>
      <p:sp>
        <p:nvSpPr>
          <p:cNvPr id="9" name="Text Placeholder 2"/>
          <p:cNvSpPr>
            <a:spLocks noGrp="1"/>
          </p:cNvSpPr>
          <p:nvPr>
            <p:ph type="body" sz="quarter" idx="14"/>
          </p:nvPr>
        </p:nvSpPr>
        <p:spPr>
          <a:xfrm>
            <a:off x="460744" y="29027"/>
            <a:ext cx="11299456" cy="353109"/>
          </a:xfrm>
          <a:prstGeom prst="rect">
            <a:avLst/>
          </a:prstGeom>
        </p:spPr>
        <p:txBody>
          <a:bodyPr lIns="0" anchor="ctr"/>
          <a:lstStyle>
            <a:lvl1pPr>
              <a:defRPr sz="1000">
                <a:solidFill>
                  <a:schemeClr val="tx1"/>
                </a:solidFill>
              </a:defRPr>
            </a:lvl1pPr>
          </a:lstStyle>
          <a:p>
            <a:pPr lvl="0"/>
            <a:r>
              <a:rPr lang="en-US"/>
              <a:t>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425427833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Pointer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Text Placeholder 22"/>
          <p:cNvSpPr>
            <a:spLocks noGrp="1"/>
          </p:cNvSpPr>
          <p:nvPr>
            <p:ph type="body" sz="quarter" idx="13" hasCustomPrompt="1"/>
          </p:nvPr>
        </p:nvSpPr>
        <p:spPr>
          <a:xfrm>
            <a:off x="457200" y="1846944"/>
            <a:ext cx="11277600" cy="3892551"/>
          </a:xfrm>
          <a:prstGeom prst="rect">
            <a:avLst/>
          </a:prstGeom>
        </p:spPr>
        <p:txBody>
          <a:bodyPr lIns="0" anchor="t"/>
          <a:lstStyle>
            <a:lvl1pPr marL="285750" indent="-285750"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  <a:buClr>
                <a:srgbClr val="FF545F"/>
              </a:buClr>
              <a:buFont typeface="Wingdings" panose="05000000000000000000" pitchFamily="2" charset="2"/>
              <a:buChar char="§"/>
              <a:defRPr sz="1600">
                <a:solidFill>
                  <a:srgbClr val="063161"/>
                </a:solidFill>
                <a:latin typeface="Georgia" panose="02040502050405020303" pitchFamily="18" charset="0"/>
              </a:defRPr>
            </a:lvl1pPr>
            <a:lvl2pPr marL="742950" indent="-285750">
              <a:spcBef>
                <a:spcPts val="600"/>
              </a:spcBef>
              <a:spcAft>
                <a:spcPts val="600"/>
              </a:spcAft>
              <a:buClr>
                <a:srgbClr val="EA3946"/>
              </a:buClr>
              <a:buFont typeface="Arial" panose="020B0604020202020204" pitchFamily="34" charset="0"/>
              <a:buChar char="•"/>
              <a:defRPr sz="1600">
                <a:solidFill>
                  <a:srgbClr val="063161"/>
                </a:solidFill>
              </a:defRPr>
            </a:lvl2pPr>
            <a:lvl3pPr marL="1200150" indent="-285750">
              <a:spcBef>
                <a:spcPts val="600"/>
              </a:spcBef>
              <a:spcAft>
                <a:spcPts val="600"/>
              </a:spcAft>
              <a:buClr>
                <a:srgbClr val="C00000"/>
              </a:buClr>
              <a:buFont typeface="Georgia" panose="02040502050405020303" pitchFamily="18" charset="0"/>
              <a:buChar char="─"/>
              <a:defRPr sz="1200">
                <a:solidFill>
                  <a:srgbClr val="063161"/>
                </a:solidFill>
              </a:defRPr>
            </a:lvl3pPr>
          </a:lstStyle>
          <a:p>
            <a:pPr lvl="0"/>
            <a:r>
              <a:rPr lang="en-US"/>
              <a:t>Lorem ipsum dolor sit </a:t>
            </a:r>
            <a:r>
              <a:rPr lang="en-US" err="1"/>
              <a:t>amet</a:t>
            </a:r>
            <a:r>
              <a:rPr lang="en-US"/>
              <a:t>, </a:t>
            </a:r>
            <a:r>
              <a:rPr lang="en-US" err="1"/>
              <a:t>consectetur</a:t>
            </a:r>
            <a:r>
              <a:rPr lang="en-US"/>
              <a:t> </a:t>
            </a:r>
            <a:r>
              <a:rPr lang="en-US" err="1"/>
              <a:t>adipisicing</a:t>
            </a:r>
            <a:r>
              <a:rPr lang="en-US"/>
              <a:t> </a:t>
            </a:r>
            <a:r>
              <a:rPr lang="en-US" err="1"/>
              <a:t>elit</a:t>
            </a:r>
            <a:r>
              <a:rPr lang="en-US"/>
              <a:t>, </a:t>
            </a:r>
            <a:r>
              <a:rPr lang="en-US" err="1"/>
              <a:t>sed</a:t>
            </a:r>
            <a:r>
              <a:rPr lang="en-US"/>
              <a:t> do </a:t>
            </a:r>
            <a:r>
              <a:rPr lang="en-US" err="1"/>
              <a:t>eiusmod</a:t>
            </a:r>
            <a:r>
              <a:rPr lang="en-US"/>
              <a:t> </a:t>
            </a:r>
            <a:r>
              <a:rPr lang="en-US" err="1"/>
              <a:t>tempor</a:t>
            </a:r>
            <a:r>
              <a:rPr lang="en-US"/>
              <a:t> </a:t>
            </a:r>
            <a:r>
              <a:rPr lang="en-US" err="1"/>
              <a:t>incididunt</a:t>
            </a:r>
            <a:r>
              <a:rPr lang="en-US"/>
              <a:t> </a:t>
            </a:r>
            <a:r>
              <a:rPr lang="en-US" err="1"/>
              <a:t>ut</a:t>
            </a:r>
            <a:r>
              <a:rPr lang="en-US"/>
              <a:t> </a:t>
            </a:r>
            <a:r>
              <a:rPr lang="en-US" err="1"/>
              <a:t>labore</a:t>
            </a:r>
            <a:r>
              <a:rPr lang="en-US"/>
              <a:t> et </a:t>
            </a:r>
            <a:r>
              <a:rPr lang="en-US" err="1"/>
              <a:t>dolore</a:t>
            </a:r>
            <a:r>
              <a:rPr lang="en-US"/>
              <a:t> magna </a:t>
            </a:r>
            <a:r>
              <a:rPr lang="en-US" err="1"/>
              <a:t>aliqua</a:t>
            </a:r>
            <a:r>
              <a:rPr lang="en-US"/>
              <a:t>. </a:t>
            </a:r>
            <a:r>
              <a:rPr lang="en-US" err="1"/>
              <a:t>Ut</a:t>
            </a:r>
            <a:r>
              <a:rPr lang="en-US"/>
              <a:t> </a:t>
            </a:r>
            <a:r>
              <a:rPr lang="en-US" err="1"/>
              <a:t>enim</a:t>
            </a:r>
            <a:r>
              <a:rPr lang="en-US"/>
              <a:t> ad minim </a:t>
            </a:r>
            <a:r>
              <a:rPr lang="en-US" err="1"/>
              <a:t>veniam</a:t>
            </a:r>
            <a:r>
              <a:rPr lang="en-US"/>
              <a:t>, </a:t>
            </a:r>
            <a:r>
              <a:rPr lang="en-US" err="1"/>
              <a:t>quis</a:t>
            </a:r>
            <a:r>
              <a:rPr lang="en-US"/>
              <a:t> </a:t>
            </a:r>
            <a:r>
              <a:rPr lang="en-US" err="1"/>
              <a:t>nostrud</a:t>
            </a:r>
            <a:r>
              <a:rPr lang="en-US"/>
              <a:t> exercitation </a:t>
            </a:r>
            <a:r>
              <a:rPr lang="en-US" err="1"/>
              <a:t>ullamco</a:t>
            </a:r>
            <a:r>
              <a:rPr lang="en-US"/>
              <a:t> </a:t>
            </a:r>
            <a:r>
              <a:rPr lang="en-US" err="1"/>
              <a:t>laboris</a:t>
            </a:r>
            <a:r>
              <a:rPr lang="en-US"/>
              <a:t> nisi </a:t>
            </a:r>
            <a:r>
              <a:rPr lang="en-US" err="1"/>
              <a:t>ut</a:t>
            </a:r>
            <a:r>
              <a:rPr lang="en-US"/>
              <a:t> </a:t>
            </a:r>
            <a:r>
              <a:rPr lang="en-US" err="1"/>
              <a:t>aliquip</a:t>
            </a:r>
            <a:r>
              <a:rPr lang="en-US"/>
              <a:t> ex </a:t>
            </a:r>
            <a:r>
              <a:rPr lang="en-US" err="1"/>
              <a:t>ea</a:t>
            </a:r>
            <a:r>
              <a:rPr lang="en-US"/>
              <a:t> </a:t>
            </a:r>
            <a:r>
              <a:rPr lang="en-US" err="1"/>
              <a:t>commodo</a:t>
            </a:r>
            <a:r>
              <a:rPr lang="en-US"/>
              <a:t> </a:t>
            </a:r>
            <a:r>
              <a:rPr lang="en-US" err="1"/>
              <a:t>consequat</a:t>
            </a:r>
            <a:r>
              <a:rPr lang="en-US"/>
              <a:t>. </a:t>
            </a:r>
            <a:r>
              <a:rPr lang="en-US" err="1"/>
              <a:t>Duis</a:t>
            </a:r>
            <a:r>
              <a:rPr lang="en-US"/>
              <a:t> </a:t>
            </a:r>
            <a:r>
              <a:rPr lang="en-US" err="1"/>
              <a:t>aute</a:t>
            </a:r>
            <a:r>
              <a:rPr lang="en-US"/>
              <a:t> </a:t>
            </a:r>
            <a:r>
              <a:rPr lang="en-US" err="1"/>
              <a:t>irure</a:t>
            </a:r>
            <a:r>
              <a:rPr lang="en-US"/>
              <a:t> dolor in </a:t>
            </a:r>
            <a:r>
              <a:rPr lang="en-US" err="1"/>
              <a:t>reprehenderit</a:t>
            </a:r>
            <a:r>
              <a:rPr lang="en-US"/>
              <a:t> in </a:t>
            </a:r>
            <a:r>
              <a:rPr lang="en-US" err="1"/>
              <a:t>voluptate</a:t>
            </a:r>
            <a:r>
              <a:rPr lang="en-US"/>
              <a:t> </a:t>
            </a:r>
            <a:r>
              <a:rPr lang="en-US" err="1"/>
              <a:t>velit</a:t>
            </a:r>
            <a:r>
              <a:rPr lang="en-US"/>
              <a:t> </a:t>
            </a:r>
            <a:r>
              <a:rPr lang="en-US" err="1"/>
              <a:t>esse</a:t>
            </a:r>
            <a:r>
              <a:rPr lang="en-US"/>
              <a:t> </a:t>
            </a:r>
            <a:r>
              <a:rPr lang="en-US" err="1"/>
              <a:t>cillum</a:t>
            </a:r>
            <a:r>
              <a:rPr lang="en-US"/>
              <a:t> </a:t>
            </a:r>
            <a:r>
              <a:rPr lang="en-US" err="1"/>
              <a:t>dolore</a:t>
            </a:r>
            <a:r>
              <a:rPr lang="en-US"/>
              <a:t> </a:t>
            </a:r>
            <a:r>
              <a:rPr lang="en-US" err="1"/>
              <a:t>eu</a:t>
            </a:r>
            <a:r>
              <a:rPr lang="en-US"/>
              <a:t> </a:t>
            </a:r>
            <a:r>
              <a:rPr lang="en-US" err="1"/>
              <a:t>fugiat</a:t>
            </a:r>
            <a:r>
              <a:rPr lang="en-US"/>
              <a:t> </a:t>
            </a:r>
            <a:r>
              <a:rPr lang="en-US" err="1"/>
              <a:t>nulla</a:t>
            </a:r>
            <a:r>
              <a:rPr lang="en-US"/>
              <a:t> </a:t>
            </a:r>
            <a:r>
              <a:rPr lang="en-US" err="1"/>
              <a:t>pariatur</a:t>
            </a:r>
            <a:r>
              <a:rPr lang="en-US"/>
              <a:t>.</a:t>
            </a:r>
          </a:p>
          <a:p>
            <a:pPr lvl="1"/>
            <a:r>
              <a:rPr lang="en-US" err="1"/>
              <a:t>Excepteur</a:t>
            </a:r>
            <a:r>
              <a:rPr lang="en-US"/>
              <a:t> </a:t>
            </a:r>
            <a:r>
              <a:rPr lang="en-US" err="1"/>
              <a:t>sint</a:t>
            </a:r>
            <a:r>
              <a:rPr lang="en-US"/>
              <a:t> </a:t>
            </a:r>
            <a:r>
              <a:rPr lang="en-US" err="1"/>
              <a:t>occaecat</a:t>
            </a:r>
            <a:r>
              <a:rPr lang="en-US"/>
              <a:t> </a:t>
            </a:r>
            <a:r>
              <a:rPr lang="en-US" err="1"/>
              <a:t>cupidatat</a:t>
            </a:r>
            <a:r>
              <a:rPr lang="en-US"/>
              <a:t> non </a:t>
            </a:r>
            <a:r>
              <a:rPr lang="en-US" err="1"/>
              <a:t>proident</a:t>
            </a:r>
            <a:r>
              <a:rPr lang="en-US"/>
              <a:t>, </a:t>
            </a:r>
            <a:r>
              <a:rPr lang="en-US" err="1"/>
              <a:t>sunt</a:t>
            </a:r>
            <a:r>
              <a:rPr lang="en-US"/>
              <a:t> in culpa qui </a:t>
            </a:r>
            <a:r>
              <a:rPr lang="en-US" err="1"/>
              <a:t>officia</a:t>
            </a:r>
            <a:r>
              <a:rPr lang="en-US"/>
              <a:t> </a:t>
            </a:r>
            <a:r>
              <a:rPr lang="en-US" err="1"/>
              <a:t>deserunt</a:t>
            </a:r>
            <a:r>
              <a:rPr lang="en-US"/>
              <a:t> </a:t>
            </a:r>
            <a:r>
              <a:rPr lang="en-US" err="1"/>
              <a:t>mollit</a:t>
            </a:r>
            <a:r>
              <a:rPr lang="en-US"/>
              <a:t> </a:t>
            </a:r>
            <a:r>
              <a:rPr lang="en-US" err="1"/>
              <a:t>anim</a:t>
            </a:r>
            <a:r>
              <a:rPr lang="en-US"/>
              <a:t> id </a:t>
            </a:r>
            <a:r>
              <a:rPr lang="en-US" err="1"/>
              <a:t>est</a:t>
            </a:r>
            <a:r>
              <a:rPr lang="en-US"/>
              <a:t> </a:t>
            </a:r>
            <a:r>
              <a:rPr lang="en-US" err="1"/>
              <a:t>laborum</a:t>
            </a:r>
            <a:r>
              <a:rPr lang="en-US"/>
              <a:t>. </a:t>
            </a:r>
            <a:r>
              <a:rPr lang="en-US" err="1"/>
              <a:t>Sed</a:t>
            </a:r>
            <a:r>
              <a:rPr lang="en-US"/>
              <a:t> </a:t>
            </a:r>
            <a:r>
              <a:rPr lang="en-US" err="1"/>
              <a:t>ut</a:t>
            </a:r>
            <a:r>
              <a:rPr lang="en-US"/>
              <a:t> </a:t>
            </a:r>
            <a:r>
              <a:rPr lang="en-US" err="1"/>
              <a:t>perspiciatis</a:t>
            </a:r>
            <a:r>
              <a:rPr lang="en-US"/>
              <a:t> </a:t>
            </a:r>
            <a:r>
              <a:rPr lang="en-US" err="1"/>
              <a:t>unde</a:t>
            </a:r>
            <a:r>
              <a:rPr lang="en-US"/>
              <a:t> </a:t>
            </a:r>
            <a:r>
              <a:rPr lang="en-US" err="1"/>
              <a:t>omnis</a:t>
            </a:r>
            <a:r>
              <a:rPr lang="en-US"/>
              <a:t> </a:t>
            </a:r>
            <a:r>
              <a:rPr lang="en-US" err="1"/>
              <a:t>iste</a:t>
            </a:r>
            <a:r>
              <a:rPr lang="en-US"/>
              <a:t> </a:t>
            </a:r>
            <a:r>
              <a:rPr lang="en-US" err="1"/>
              <a:t>natus</a:t>
            </a:r>
            <a:r>
              <a:rPr lang="en-US"/>
              <a:t> error sit </a:t>
            </a:r>
            <a:r>
              <a:rPr lang="en-US" err="1"/>
              <a:t>voluptatem</a:t>
            </a:r>
            <a:r>
              <a:rPr lang="en-US"/>
              <a:t> </a:t>
            </a:r>
            <a:r>
              <a:rPr lang="en-US" err="1"/>
              <a:t>accusantium</a:t>
            </a:r>
            <a:r>
              <a:rPr lang="en-US"/>
              <a:t> </a:t>
            </a:r>
            <a:r>
              <a:rPr lang="en-US" err="1"/>
              <a:t>doloremque</a:t>
            </a:r>
            <a:r>
              <a:rPr lang="en-US"/>
              <a:t> </a:t>
            </a:r>
            <a:r>
              <a:rPr lang="en-US" err="1"/>
              <a:t>laudantium</a:t>
            </a:r>
            <a:r>
              <a:rPr lang="en-US"/>
              <a:t>.</a:t>
            </a:r>
          </a:p>
          <a:p>
            <a:pPr lvl="2"/>
            <a:r>
              <a:rPr lang="en-US" err="1"/>
              <a:t>Totam</a:t>
            </a:r>
            <a:r>
              <a:rPr lang="en-US"/>
              <a:t> rem </a:t>
            </a:r>
            <a:r>
              <a:rPr lang="en-US" err="1"/>
              <a:t>aperiam</a:t>
            </a:r>
            <a:r>
              <a:rPr lang="en-US"/>
              <a:t>, </a:t>
            </a:r>
            <a:r>
              <a:rPr lang="en-US" err="1"/>
              <a:t>eaque</a:t>
            </a:r>
            <a:r>
              <a:rPr lang="en-US"/>
              <a:t> </a:t>
            </a:r>
            <a:r>
              <a:rPr lang="en-US" err="1"/>
              <a:t>ipsa</a:t>
            </a:r>
            <a:r>
              <a:rPr lang="en-US"/>
              <a:t> quae ab </a:t>
            </a:r>
            <a:r>
              <a:rPr lang="en-US" err="1"/>
              <a:t>illo</a:t>
            </a:r>
            <a:r>
              <a:rPr lang="en-US"/>
              <a:t> </a:t>
            </a:r>
            <a:r>
              <a:rPr lang="en-US" err="1"/>
              <a:t>inventore</a:t>
            </a:r>
            <a:r>
              <a:rPr lang="en-US"/>
              <a:t> </a:t>
            </a:r>
            <a:r>
              <a:rPr lang="en-US" err="1"/>
              <a:t>veritatis</a:t>
            </a:r>
            <a:r>
              <a:rPr lang="en-US"/>
              <a:t> et quasi </a:t>
            </a:r>
            <a:r>
              <a:rPr lang="en-US" err="1"/>
              <a:t>architecto</a:t>
            </a:r>
            <a:r>
              <a:rPr lang="en-US"/>
              <a:t> </a:t>
            </a:r>
            <a:r>
              <a:rPr lang="en-US" err="1"/>
              <a:t>beatae</a:t>
            </a:r>
            <a:r>
              <a:rPr lang="en-US"/>
              <a:t> vitae dicta </a:t>
            </a:r>
            <a:r>
              <a:rPr lang="en-US" err="1"/>
              <a:t>sunt</a:t>
            </a:r>
            <a:r>
              <a:rPr lang="en-US"/>
              <a:t> </a:t>
            </a:r>
            <a:r>
              <a:rPr lang="en-US" err="1"/>
              <a:t>explicabo</a:t>
            </a:r>
            <a:r>
              <a:rPr lang="en-US"/>
              <a:t>. Nemo </a:t>
            </a:r>
            <a:r>
              <a:rPr lang="en-US" err="1"/>
              <a:t>enim</a:t>
            </a:r>
            <a:r>
              <a:rPr lang="en-US"/>
              <a:t> </a:t>
            </a:r>
            <a:r>
              <a:rPr lang="en-US" err="1"/>
              <a:t>ipsam</a:t>
            </a:r>
            <a:r>
              <a:rPr lang="en-US"/>
              <a:t> </a:t>
            </a:r>
            <a:r>
              <a:rPr lang="en-US" err="1"/>
              <a:t>voluptatem</a:t>
            </a:r>
            <a:r>
              <a:rPr lang="en-US"/>
              <a:t> </a:t>
            </a:r>
            <a:r>
              <a:rPr lang="en-US" err="1"/>
              <a:t>quia</a:t>
            </a:r>
            <a:r>
              <a:rPr lang="en-US"/>
              <a:t> </a:t>
            </a:r>
            <a:r>
              <a:rPr lang="en-US" err="1"/>
              <a:t>voluptas</a:t>
            </a:r>
            <a:r>
              <a:rPr lang="en-US"/>
              <a:t> sit </a:t>
            </a:r>
            <a:r>
              <a:rPr lang="en-US" err="1"/>
              <a:t>aspernatur</a:t>
            </a:r>
            <a:r>
              <a:rPr lang="en-US"/>
              <a:t> </a:t>
            </a:r>
            <a:r>
              <a:rPr lang="en-US" err="1"/>
              <a:t>aut</a:t>
            </a:r>
            <a:r>
              <a:rPr lang="en-US"/>
              <a:t> </a:t>
            </a:r>
            <a:r>
              <a:rPr lang="en-US" err="1"/>
              <a:t>odit</a:t>
            </a:r>
            <a:r>
              <a:rPr lang="en-US"/>
              <a:t> </a:t>
            </a:r>
            <a:r>
              <a:rPr lang="en-US" err="1"/>
              <a:t>aut</a:t>
            </a:r>
            <a:r>
              <a:rPr lang="en-US"/>
              <a:t> fugit, </a:t>
            </a:r>
            <a:r>
              <a:rPr lang="en-US" err="1"/>
              <a:t>sed</a:t>
            </a:r>
            <a:r>
              <a:rPr lang="en-US"/>
              <a:t> </a:t>
            </a:r>
            <a:r>
              <a:rPr lang="en-US" err="1"/>
              <a:t>quia</a:t>
            </a:r>
            <a:r>
              <a:rPr lang="en-US"/>
              <a:t> </a:t>
            </a:r>
            <a:r>
              <a:rPr lang="en-US" err="1"/>
              <a:t>consequuntur</a:t>
            </a:r>
            <a:r>
              <a:rPr lang="en-US"/>
              <a:t> </a:t>
            </a:r>
            <a:r>
              <a:rPr lang="en-US" err="1"/>
              <a:t>magni</a:t>
            </a:r>
            <a:r>
              <a:rPr lang="en-US"/>
              <a:t> </a:t>
            </a:r>
            <a:r>
              <a:rPr lang="en-US" err="1"/>
              <a:t>dolores</a:t>
            </a:r>
            <a:r>
              <a:rPr lang="en-US"/>
              <a:t> </a:t>
            </a:r>
            <a:r>
              <a:rPr lang="en-US" err="1"/>
              <a:t>eos</a:t>
            </a:r>
            <a:endParaRPr lang="en-US"/>
          </a:p>
          <a:p>
            <a:pPr lvl="0"/>
            <a:r>
              <a:rPr lang="en-US"/>
              <a:t>Qui </a:t>
            </a:r>
            <a:r>
              <a:rPr lang="en-US" err="1"/>
              <a:t>ratione</a:t>
            </a:r>
            <a:r>
              <a:rPr lang="en-US"/>
              <a:t> </a:t>
            </a:r>
            <a:r>
              <a:rPr lang="en-US" err="1"/>
              <a:t>voluptatem</a:t>
            </a:r>
            <a:r>
              <a:rPr lang="en-US"/>
              <a:t> </a:t>
            </a:r>
            <a:r>
              <a:rPr lang="en-US" err="1"/>
              <a:t>sequi</a:t>
            </a:r>
            <a:r>
              <a:rPr lang="en-US"/>
              <a:t> </a:t>
            </a:r>
            <a:r>
              <a:rPr lang="en-US" err="1"/>
              <a:t>nesciunt</a:t>
            </a:r>
            <a:r>
              <a:rPr lang="en-US"/>
              <a:t>. </a:t>
            </a:r>
            <a:r>
              <a:rPr lang="en-US" err="1"/>
              <a:t>Neque</a:t>
            </a:r>
            <a:r>
              <a:rPr lang="en-US"/>
              <a:t> </a:t>
            </a:r>
            <a:r>
              <a:rPr lang="en-US" err="1"/>
              <a:t>porro</a:t>
            </a:r>
            <a:r>
              <a:rPr lang="en-US"/>
              <a:t> </a:t>
            </a:r>
            <a:r>
              <a:rPr lang="en-US" err="1"/>
              <a:t>quisquam</a:t>
            </a:r>
            <a:r>
              <a:rPr lang="en-US"/>
              <a:t> </a:t>
            </a:r>
            <a:r>
              <a:rPr lang="en-US" err="1"/>
              <a:t>est</a:t>
            </a:r>
            <a:r>
              <a:rPr lang="en-US"/>
              <a:t>, qui </a:t>
            </a:r>
            <a:r>
              <a:rPr lang="en-US" err="1"/>
              <a:t>dolorem</a:t>
            </a:r>
            <a:r>
              <a:rPr lang="en-US"/>
              <a:t> ipsum </a:t>
            </a:r>
            <a:r>
              <a:rPr lang="en-US" err="1"/>
              <a:t>quia</a:t>
            </a:r>
            <a:r>
              <a:rPr lang="en-US"/>
              <a:t> dolor sit </a:t>
            </a:r>
            <a:r>
              <a:rPr lang="en-US" err="1"/>
              <a:t>amet</a:t>
            </a:r>
            <a:r>
              <a:rPr lang="en-US"/>
              <a:t>, </a:t>
            </a:r>
            <a:r>
              <a:rPr lang="en-US" err="1"/>
              <a:t>consectetur</a:t>
            </a:r>
            <a:r>
              <a:rPr lang="en-US"/>
              <a:t>, </a:t>
            </a:r>
            <a:r>
              <a:rPr lang="en-US" err="1"/>
              <a:t>adipisci</a:t>
            </a:r>
            <a:r>
              <a:rPr lang="en-US"/>
              <a:t> </a:t>
            </a:r>
            <a:r>
              <a:rPr lang="en-US" err="1"/>
              <a:t>velit</a:t>
            </a:r>
            <a:r>
              <a:rPr lang="en-US"/>
              <a:t>, </a:t>
            </a:r>
            <a:r>
              <a:rPr lang="en-US" err="1"/>
              <a:t>sed</a:t>
            </a:r>
            <a:r>
              <a:rPr lang="en-US"/>
              <a:t> </a:t>
            </a:r>
            <a:r>
              <a:rPr lang="en-US" err="1"/>
              <a:t>quia</a:t>
            </a:r>
            <a:r>
              <a:rPr lang="en-US"/>
              <a:t> non </a:t>
            </a:r>
            <a:r>
              <a:rPr lang="en-US" err="1"/>
              <a:t>numquam</a:t>
            </a:r>
            <a:r>
              <a:rPr lang="en-US"/>
              <a:t> </a:t>
            </a:r>
            <a:r>
              <a:rPr lang="en-US" err="1"/>
              <a:t>eius</a:t>
            </a:r>
            <a:r>
              <a:rPr lang="en-US"/>
              <a:t> </a:t>
            </a:r>
            <a:r>
              <a:rPr lang="en-US" err="1"/>
              <a:t>modi</a:t>
            </a:r>
            <a:r>
              <a:rPr lang="en-US"/>
              <a:t> </a:t>
            </a:r>
            <a:r>
              <a:rPr lang="en-US" err="1"/>
              <a:t>tempora</a:t>
            </a:r>
            <a:r>
              <a:rPr lang="en-US"/>
              <a:t> </a:t>
            </a:r>
            <a:r>
              <a:rPr lang="en-US" err="1"/>
              <a:t>incidunt</a:t>
            </a:r>
            <a:r>
              <a:rPr lang="en-US"/>
              <a:t> </a:t>
            </a:r>
            <a:r>
              <a:rPr lang="en-US" err="1"/>
              <a:t>ut</a:t>
            </a:r>
            <a:r>
              <a:rPr lang="en-US"/>
              <a:t> </a:t>
            </a:r>
            <a:r>
              <a:rPr lang="en-US" err="1"/>
              <a:t>labore</a:t>
            </a:r>
            <a:r>
              <a:rPr lang="en-US"/>
              <a:t> et </a:t>
            </a:r>
            <a:r>
              <a:rPr lang="en-US" err="1"/>
              <a:t>dolore</a:t>
            </a:r>
            <a:r>
              <a:rPr lang="en-US"/>
              <a:t> </a:t>
            </a:r>
            <a:r>
              <a:rPr lang="en-US" err="1"/>
              <a:t>magnam</a:t>
            </a:r>
            <a:r>
              <a:rPr lang="en-US"/>
              <a:t> </a:t>
            </a:r>
            <a:r>
              <a:rPr lang="en-US" err="1"/>
              <a:t>aliquam</a:t>
            </a:r>
            <a:r>
              <a:rPr lang="en-US"/>
              <a:t> </a:t>
            </a:r>
            <a:r>
              <a:rPr lang="en-US" err="1"/>
              <a:t>quaerat</a:t>
            </a:r>
            <a:r>
              <a:rPr lang="en-US"/>
              <a:t> </a:t>
            </a:r>
            <a:r>
              <a:rPr lang="en-US" err="1"/>
              <a:t>voluptatem</a:t>
            </a:r>
            <a:r>
              <a:rPr lang="en-US"/>
              <a:t>.</a:t>
            </a:r>
          </a:p>
        </p:txBody>
      </p:sp>
      <p:sp>
        <p:nvSpPr>
          <p:cNvPr id="16" name="Slide Number Placeholder 5"/>
          <p:cNvSpPr txBox="1">
            <a:spLocks/>
          </p:cNvSpPr>
          <p:nvPr userDrawn="1"/>
        </p:nvSpPr>
        <p:spPr>
          <a:xfrm>
            <a:off x="464594" y="6546567"/>
            <a:ext cx="682256" cy="215444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800" kern="1200">
                <a:solidFill>
                  <a:srgbClr val="053061"/>
                </a:solidFill>
                <a:latin typeface="Georgia" charset="0"/>
                <a:ea typeface="Georgia" charset="0"/>
                <a:cs typeface="Georgia" charset="0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A285110E-A93C-E24B-BA01-8EFF0EF70079}" type="slidenum">
              <a:rPr lang="en-US" b="1" smtClean="0">
                <a:solidFill>
                  <a:schemeClr val="tx1"/>
                </a:solidFill>
                <a:latin typeface="+mn-lt"/>
              </a:rPr>
              <a:pPr/>
              <a:t>‹#›</a:t>
            </a:fld>
            <a:endParaRPr lang="en-US" b="1">
              <a:solidFill>
                <a:schemeClr val="tx1"/>
              </a:solidFill>
              <a:latin typeface="+mn-lt"/>
            </a:endParaRPr>
          </a:p>
        </p:txBody>
      </p:sp>
      <p:sp>
        <p:nvSpPr>
          <p:cNvPr id="17" name="TextBox 16"/>
          <p:cNvSpPr txBox="1"/>
          <p:nvPr userDrawn="1"/>
        </p:nvSpPr>
        <p:spPr>
          <a:xfrm>
            <a:off x="805722" y="6546567"/>
            <a:ext cx="2361408" cy="215444"/>
          </a:xfrm>
          <a:prstGeom prst="rect">
            <a:avLst/>
          </a:prstGeom>
          <a:noFill/>
        </p:spPr>
        <p:txBody>
          <a:bodyPr wrap="square" lIns="0" tIns="0" rIns="0" bIns="0" rtlCol="0" anchor="ctr">
            <a:noAutofit/>
          </a:bodyPr>
          <a:lstStyle/>
          <a:p>
            <a:r>
              <a:rPr lang="en-US" sz="800">
                <a:solidFill>
                  <a:schemeClr val="tx1"/>
                </a:solidFill>
                <a:latin typeface="+mn-lt"/>
                <a:ea typeface="Georgia" charset="0"/>
                <a:cs typeface="Georgia" charset="0"/>
              </a:rPr>
              <a:t>© 2020 Copyright Genpact. All Rights Reserved.</a:t>
            </a:r>
          </a:p>
        </p:txBody>
      </p:sp>
      <p:sp>
        <p:nvSpPr>
          <p:cNvPr id="34" name="Text Placeholder 22"/>
          <p:cNvSpPr>
            <a:spLocks noGrp="1"/>
          </p:cNvSpPr>
          <p:nvPr>
            <p:ph type="body" sz="quarter" idx="12" hasCustomPrompt="1"/>
          </p:nvPr>
        </p:nvSpPr>
        <p:spPr>
          <a:xfrm>
            <a:off x="460744" y="980623"/>
            <a:ext cx="9673856" cy="533400"/>
          </a:xfrm>
          <a:prstGeom prst="rect">
            <a:avLst/>
          </a:prstGeom>
        </p:spPr>
        <p:txBody>
          <a:bodyPr lIns="0" anchor="ctr"/>
          <a:lstStyle>
            <a:lvl1pPr>
              <a:defRPr sz="2200">
                <a:solidFill>
                  <a:srgbClr val="063161"/>
                </a:solidFill>
                <a:latin typeface="Georgia" panose="02040502050405020303" pitchFamily="18" charset="0"/>
              </a:defRPr>
            </a:lvl1pPr>
          </a:lstStyle>
          <a:p>
            <a:pPr lvl="0"/>
            <a:r>
              <a:rPr lang="en-US"/>
              <a:t>Lorem ipsum dolor sit </a:t>
            </a:r>
            <a:r>
              <a:rPr lang="en-US" err="1"/>
              <a:t>amet</a:t>
            </a:r>
            <a:r>
              <a:rPr lang="en-US"/>
              <a:t>, </a:t>
            </a:r>
            <a:r>
              <a:rPr lang="en-US" err="1"/>
              <a:t>consectetur</a:t>
            </a:r>
            <a:r>
              <a:rPr lang="en-US"/>
              <a:t> </a:t>
            </a:r>
            <a:r>
              <a:rPr lang="en-US" err="1"/>
              <a:t>adipisicing</a:t>
            </a:r>
            <a:r>
              <a:rPr lang="en-US"/>
              <a:t> </a:t>
            </a:r>
            <a:r>
              <a:rPr lang="en-US" err="1"/>
              <a:t>elit</a:t>
            </a:r>
            <a:endParaRPr lang="en-US"/>
          </a:p>
        </p:txBody>
      </p:sp>
      <p:pic>
        <p:nvPicPr>
          <p:cNvPr id="8" name="Picture 2"/>
          <p:cNvPicPr>
            <a:picLocks noChangeAspect="1" noChangeArrowheads="1"/>
          </p:cNvPicPr>
          <p:nvPr userDrawn="1"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10894219" y="6463445"/>
            <a:ext cx="838200" cy="30827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3" name="Text Placeholder 2"/>
          <p:cNvSpPr>
            <a:spLocks noGrp="1"/>
          </p:cNvSpPr>
          <p:nvPr>
            <p:ph type="body" sz="quarter" idx="14"/>
          </p:nvPr>
        </p:nvSpPr>
        <p:spPr>
          <a:xfrm>
            <a:off x="482600" y="29028"/>
            <a:ext cx="6604000" cy="228600"/>
          </a:xfrm>
          <a:prstGeom prst="rect">
            <a:avLst/>
          </a:prstGeom>
        </p:spPr>
        <p:txBody>
          <a:bodyPr lIns="0"/>
          <a:lstStyle>
            <a:lvl1pPr>
              <a:defRPr sz="1000">
                <a:solidFill>
                  <a:schemeClr val="tx1"/>
                </a:solidFill>
              </a:defRPr>
            </a:lvl1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9" name="Title 1"/>
          <p:cNvSpPr>
            <a:spLocks noGrp="1"/>
          </p:cNvSpPr>
          <p:nvPr>
            <p:ph type="title" hasCustomPrompt="1"/>
          </p:nvPr>
        </p:nvSpPr>
        <p:spPr>
          <a:xfrm>
            <a:off x="460744" y="469900"/>
            <a:ext cx="11299456" cy="533400"/>
          </a:xfrm>
          <a:prstGeom prst="rect">
            <a:avLst/>
          </a:prstGeom>
        </p:spPr>
        <p:txBody>
          <a:bodyPr lIns="0" anchor="ctr"/>
          <a:lstStyle>
            <a:lvl1pPr>
              <a:defRPr lang="en-US" sz="3000" dirty="0">
                <a:solidFill>
                  <a:srgbClr val="063161"/>
                </a:solidFill>
                <a:latin typeface="Georgia" panose="02040502050405020303" pitchFamily="18" charset="0"/>
                <a:ea typeface="+mn-ea"/>
                <a:cs typeface="+mn-cs"/>
              </a:defRPr>
            </a:lvl1pPr>
          </a:lstStyle>
          <a:p>
            <a:pPr lvl="0"/>
            <a:r>
              <a:rPr lang="en-US"/>
              <a:t>Content slide title goes here</a:t>
            </a:r>
          </a:p>
        </p:txBody>
      </p:sp>
    </p:spTree>
    <p:extLst>
      <p:ext uri="{BB962C8B-B14F-4D97-AF65-F5344CB8AC3E}">
        <p14:creationId xmlns:p14="http://schemas.microsoft.com/office/powerpoint/2010/main" val="1600986420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2" pos="288">
          <p15:clr>
            <a:srgbClr val="FBAE40"/>
          </p15:clr>
        </p15:guide>
        <p15:guide id="3" pos="7392">
          <p15:clr>
            <a:srgbClr val="FBAE40"/>
          </p15:clr>
        </p15:guide>
        <p15:guide id="5" orient="horz" pos="288">
          <p15:clr>
            <a:srgbClr val="FBAE40"/>
          </p15:clr>
        </p15:guide>
        <p15:guide id="6" orient="horz" pos="4032">
          <p15:clr>
            <a:srgbClr val="FBAE40"/>
          </p15:clr>
        </p15:guide>
      </p15:sldGuideLst>
    </p:ext>
  </p:extLst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hank You Option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" name="Text Placeholder 2"/>
          <p:cNvSpPr>
            <a:spLocks noGrp="1"/>
          </p:cNvSpPr>
          <p:nvPr>
            <p:ph type="body" sz="quarter" idx="12" hasCustomPrompt="1"/>
          </p:nvPr>
        </p:nvSpPr>
        <p:spPr>
          <a:xfrm>
            <a:off x="457200" y="6262963"/>
            <a:ext cx="6019800" cy="249839"/>
          </a:xfrm>
          <a:prstGeom prst="rect">
            <a:avLst/>
          </a:prstGeom>
        </p:spPr>
        <p:txBody>
          <a:bodyPr/>
          <a:lstStyle>
            <a:lvl1pPr>
              <a:defRPr lang="en-US" sz="800" smtClean="0">
                <a:solidFill>
                  <a:schemeClr val="tx1"/>
                </a:solidFill>
                <a:ea typeface="Calibri" charset="0"/>
                <a:cs typeface="Calibri" charset="0"/>
              </a:defRPr>
            </a:lvl1pPr>
          </a:lstStyle>
          <a:p>
            <a:pPr lvl="0"/>
            <a:r>
              <a:rPr lang="en-US" sz="800">
                <a:solidFill>
                  <a:srgbClr val="44546A"/>
                </a:solidFill>
                <a:latin typeface="+mn-lt"/>
                <a:ea typeface="Calibri" charset="0"/>
                <a:cs typeface="Calibri" charset="0"/>
              </a:rPr>
              <a:t>©</a:t>
            </a:r>
            <a:r>
              <a:rPr lang="en-IN"/>
              <a:t> 2020 Copyright Genpact. All Rights Reserved.</a:t>
            </a:r>
          </a:p>
        </p:txBody>
      </p:sp>
      <p:pic>
        <p:nvPicPr>
          <p:cNvPr id="49" name="Picture 48"/>
          <p:cNvPicPr>
            <a:picLocks noChangeAspect="1"/>
          </p:cNvPicPr>
          <p:nvPr userDrawn="1"/>
        </p:nvPicPr>
        <p:blipFill rotWithShape="1"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8001000" y="0"/>
            <a:ext cx="4191000" cy="4309139"/>
          </a:xfrm>
          <a:prstGeom prst="rect">
            <a:avLst/>
          </a:prstGeom>
        </p:spPr>
      </p:pic>
      <p:pic>
        <p:nvPicPr>
          <p:cNvPr id="6" name="Picture 3"/>
          <p:cNvPicPr>
            <a:picLocks noChangeAspect="1" noChangeArrowheads="1"/>
          </p:cNvPicPr>
          <p:nvPr userDrawn="1"/>
        </p:nvPicPr>
        <p:blipFill>
          <a:blip r:embed="rId3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482601" y="5181600"/>
            <a:ext cx="2412999" cy="88744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7" name="Title 1"/>
          <p:cNvSpPr>
            <a:spLocks noGrp="1"/>
          </p:cNvSpPr>
          <p:nvPr>
            <p:ph type="title" hasCustomPrompt="1"/>
          </p:nvPr>
        </p:nvSpPr>
        <p:spPr>
          <a:xfrm>
            <a:off x="457200" y="2521525"/>
            <a:ext cx="5791200" cy="1143000"/>
          </a:xfrm>
          <a:prstGeom prst="rect">
            <a:avLst/>
          </a:prstGeom>
        </p:spPr>
        <p:txBody>
          <a:bodyPr lIns="0"/>
          <a:lstStyle>
            <a:lvl1pPr>
              <a:defRPr lang="en-US" sz="8800" baseline="0" dirty="0">
                <a:solidFill>
                  <a:schemeClr val="accent3"/>
                </a:solidFill>
                <a:latin typeface="+mn-lt"/>
                <a:ea typeface="+mn-ea"/>
                <a:cs typeface="+mn-cs"/>
              </a:defRPr>
            </a:lvl1pPr>
          </a:lstStyle>
          <a:p>
            <a:pPr lvl="0"/>
            <a:r>
              <a:rPr lang="en-US"/>
              <a:t>Thank you.</a:t>
            </a:r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37672497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Pointer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Slide Number Placeholder 5"/>
          <p:cNvSpPr txBox="1">
            <a:spLocks/>
          </p:cNvSpPr>
          <p:nvPr userDrawn="1"/>
        </p:nvSpPr>
        <p:spPr>
          <a:xfrm>
            <a:off x="464594" y="6546567"/>
            <a:ext cx="682256" cy="215444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800" kern="1200">
                <a:solidFill>
                  <a:srgbClr val="053061"/>
                </a:solidFill>
                <a:latin typeface="Georgia" charset="0"/>
                <a:ea typeface="Georgia" charset="0"/>
                <a:cs typeface="Georgia" charset="0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A285110E-A93C-E24B-BA01-8EFF0EF70079}" type="slidenum">
              <a:rPr lang="en-US" b="1" smtClean="0">
                <a:solidFill>
                  <a:schemeClr val="tx1"/>
                </a:solidFill>
                <a:latin typeface="+mn-lt"/>
              </a:rPr>
              <a:pPr/>
              <a:t>‹#›</a:t>
            </a:fld>
            <a:endParaRPr lang="en-US" b="1">
              <a:solidFill>
                <a:schemeClr val="tx1"/>
              </a:solidFill>
              <a:latin typeface="+mn-lt"/>
            </a:endParaRPr>
          </a:p>
        </p:txBody>
      </p:sp>
      <p:sp>
        <p:nvSpPr>
          <p:cNvPr id="17" name="TextBox 16"/>
          <p:cNvSpPr txBox="1"/>
          <p:nvPr userDrawn="1"/>
        </p:nvSpPr>
        <p:spPr>
          <a:xfrm>
            <a:off x="805722" y="6546567"/>
            <a:ext cx="2361408" cy="215444"/>
          </a:xfrm>
          <a:prstGeom prst="rect">
            <a:avLst/>
          </a:prstGeom>
          <a:noFill/>
        </p:spPr>
        <p:txBody>
          <a:bodyPr wrap="square" lIns="0" tIns="0" rIns="0" bIns="0" rtlCol="0" anchor="ctr">
            <a:noAutofit/>
          </a:bodyPr>
          <a:lstStyle/>
          <a:p>
            <a:r>
              <a:rPr lang="en-US" sz="800">
                <a:solidFill>
                  <a:schemeClr val="tx1"/>
                </a:solidFill>
                <a:latin typeface="+mn-lt"/>
                <a:ea typeface="Georgia" charset="0"/>
                <a:cs typeface="Georgia" charset="0"/>
              </a:rPr>
              <a:t>©  2020 Copyright Genpact. All Rights Reserved.</a:t>
            </a:r>
          </a:p>
        </p:txBody>
      </p:sp>
      <p:sp>
        <p:nvSpPr>
          <p:cNvPr id="33" name="Text Placeholder 22"/>
          <p:cNvSpPr>
            <a:spLocks noGrp="1"/>
          </p:cNvSpPr>
          <p:nvPr>
            <p:ph type="body" sz="quarter" idx="11" hasCustomPrompt="1"/>
          </p:nvPr>
        </p:nvSpPr>
        <p:spPr>
          <a:xfrm>
            <a:off x="457200" y="471715"/>
            <a:ext cx="11277600" cy="533400"/>
          </a:xfrm>
          <a:prstGeom prst="rect">
            <a:avLst/>
          </a:prstGeom>
        </p:spPr>
        <p:txBody>
          <a:bodyPr lIns="0" rIns="0" anchor="t" anchorCtr="0"/>
          <a:lstStyle>
            <a:lvl1pPr>
              <a:defRPr sz="3000">
                <a:solidFill>
                  <a:schemeClr val="tx1"/>
                </a:solidFill>
                <a:latin typeface="Georgia" panose="02040502050405020303" pitchFamily="18" charset="0"/>
              </a:defRPr>
            </a:lvl1pPr>
          </a:lstStyle>
          <a:p>
            <a:pPr lvl="0"/>
            <a:r>
              <a:rPr lang="en-US"/>
              <a:t>Content slide title goes here</a:t>
            </a:r>
          </a:p>
        </p:txBody>
      </p:sp>
      <p:pic>
        <p:nvPicPr>
          <p:cNvPr id="6" name="Picture 2">
            <a:extLst>
              <a:ext uri="{FF2B5EF4-FFF2-40B4-BE49-F238E27FC236}">
                <a16:creationId xmlns:a16="http://schemas.microsoft.com/office/drawing/2014/main" id="{34633A08-4C37-4CC3-A2EF-74DBF0150E58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10894219" y="6463445"/>
            <a:ext cx="838200" cy="30827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2420792702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4_Content and Pictu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Text Placeholder 22"/>
          <p:cNvSpPr>
            <a:spLocks noGrp="1"/>
          </p:cNvSpPr>
          <p:nvPr>
            <p:ph type="body" sz="quarter" idx="11" hasCustomPrompt="1"/>
          </p:nvPr>
        </p:nvSpPr>
        <p:spPr>
          <a:xfrm>
            <a:off x="460744" y="471715"/>
            <a:ext cx="7235456" cy="533400"/>
          </a:xfrm>
          <a:prstGeom prst="rect">
            <a:avLst/>
          </a:prstGeom>
        </p:spPr>
        <p:txBody>
          <a:bodyPr lIns="0" anchor="ctr"/>
          <a:lstStyle>
            <a:lvl1pPr>
              <a:defRPr sz="3000" baseline="0">
                <a:solidFill>
                  <a:srgbClr val="063161"/>
                </a:solidFill>
                <a:latin typeface="Georgia" panose="02040502050405020303" pitchFamily="18" charset="0"/>
              </a:defRPr>
            </a:lvl1pPr>
          </a:lstStyle>
          <a:p>
            <a:pPr lvl="0"/>
            <a:r>
              <a:rPr lang="en-IN"/>
              <a:t>Content slide title goes here</a:t>
            </a:r>
            <a:endParaRPr lang="en-US"/>
          </a:p>
        </p:txBody>
      </p:sp>
      <p:sp>
        <p:nvSpPr>
          <p:cNvPr id="15" name="Text Placeholder 22"/>
          <p:cNvSpPr>
            <a:spLocks noGrp="1"/>
          </p:cNvSpPr>
          <p:nvPr>
            <p:ph type="body" sz="quarter" idx="12" hasCustomPrompt="1"/>
          </p:nvPr>
        </p:nvSpPr>
        <p:spPr>
          <a:xfrm>
            <a:off x="460744" y="980623"/>
            <a:ext cx="9673856" cy="533400"/>
          </a:xfrm>
          <a:prstGeom prst="rect">
            <a:avLst/>
          </a:prstGeom>
        </p:spPr>
        <p:txBody>
          <a:bodyPr lIns="0" anchor="ctr"/>
          <a:lstStyle>
            <a:lvl1pPr>
              <a:defRPr sz="2200">
                <a:solidFill>
                  <a:srgbClr val="063161"/>
                </a:solidFill>
                <a:latin typeface="Georgia" panose="02040502050405020303" pitchFamily="18" charset="0"/>
              </a:defRPr>
            </a:lvl1pPr>
          </a:lstStyle>
          <a:p>
            <a:pPr lvl="0"/>
            <a:r>
              <a:rPr lang="en-US"/>
              <a:t>Lorem ipsum dolor sit </a:t>
            </a:r>
            <a:r>
              <a:rPr lang="en-US" err="1"/>
              <a:t>amet</a:t>
            </a:r>
            <a:r>
              <a:rPr lang="en-US"/>
              <a:t>, </a:t>
            </a:r>
            <a:r>
              <a:rPr lang="en-US" err="1"/>
              <a:t>consectetur</a:t>
            </a:r>
            <a:r>
              <a:rPr lang="en-US"/>
              <a:t> </a:t>
            </a:r>
            <a:r>
              <a:rPr lang="en-US" err="1"/>
              <a:t>adipisicing</a:t>
            </a:r>
            <a:r>
              <a:rPr lang="en-US"/>
              <a:t> </a:t>
            </a:r>
            <a:r>
              <a:rPr lang="en-US" err="1"/>
              <a:t>elit</a:t>
            </a:r>
            <a:endParaRPr lang="en-US"/>
          </a:p>
        </p:txBody>
      </p:sp>
      <p:sp>
        <p:nvSpPr>
          <p:cNvPr id="16" name="Slide Number Placeholder 5"/>
          <p:cNvSpPr txBox="1">
            <a:spLocks/>
          </p:cNvSpPr>
          <p:nvPr userDrawn="1"/>
        </p:nvSpPr>
        <p:spPr>
          <a:xfrm>
            <a:off x="464594" y="6546567"/>
            <a:ext cx="682256" cy="215444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800" kern="1200">
                <a:solidFill>
                  <a:srgbClr val="053061"/>
                </a:solidFill>
                <a:latin typeface="Georgia" charset="0"/>
                <a:ea typeface="Georgia" charset="0"/>
                <a:cs typeface="Georgia" charset="0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A285110E-A93C-E24B-BA01-8EFF0EF70079}" type="slidenum">
              <a:rPr lang="en-US" b="1" smtClean="0">
                <a:solidFill>
                  <a:schemeClr val="tx1"/>
                </a:solidFill>
                <a:latin typeface="+mn-lt"/>
              </a:rPr>
              <a:pPr/>
              <a:t>‹#›</a:t>
            </a:fld>
            <a:endParaRPr lang="en-US" b="1">
              <a:solidFill>
                <a:schemeClr val="tx1"/>
              </a:solidFill>
              <a:latin typeface="+mn-lt"/>
            </a:endParaRPr>
          </a:p>
        </p:txBody>
      </p:sp>
      <p:sp>
        <p:nvSpPr>
          <p:cNvPr id="17" name="TextBox 16"/>
          <p:cNvSpPr txBox="1"/>
          <p:nvPr userDrawn="1"/>
        </p:nvSpPr>
        <p:spPr>
          <a:xfrm>
            <a:off x="805722" y="6546567"/>
            <a:ext cx="2361408" cy="215444"/>
          </a:xfrm>
          <a:prstGeom prst="rect">
            <a:avLst/>
          </a:prstGeom>
          <a:noFill/>
        </p:spPr>
        <p:txBody>
          <a:bodyPr wrap="square" lIns="0" tIns="0" rIns="0" bIns="0" rtlCol="0" anchor="ctr">
            <a:noAutofit/>
          </a:bodyPr>
          <a:lstStyle/>
          <a:p>
            <a:r>
              <a:rPr lang="en-US" sz="800">
                <a:solidFill>
                  <a:schemeClr val="tx1"/>
                </a:solidFill>
                <a:latin typeface="+mn-lt"/>
                <a:ea typeface="Georgia" charset="0"/>
                <a:cs typeface="Georgia" charset="0"/>
              </a:rPr>
              <a:t>© 2020 Copyright Genpact. All Rights Reserved.</a:t>
            </a:r>
          </a:p>
        </p:txBody>
      </p:sp>
      <p:pic>
        <p:nvPicPr>
          <p:cNvPr id="7" name="Picture 2"/>
          <p:cNvPicPr>
            <a:picLocks noChangeAspect="1" noChangeArrowheads="1"/>
          </p:cNvPicPr>
          <p:nvPr userDrawn="1"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10894219" y="6463445"/>
            <a:ext cx="838200" cy="30827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1923052553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id-ID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id-ID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1978F17-CF6F-441E-9FAD-6FDD72241087}" type="datetimeFigureOut">
              <a:rPr lang="id-ID" smtClean="0"/>
              <a:t>03/11/2025</a:t>
            </a:fld>
            <a:endParaRPr lang="id-ID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d-ID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547E0D5-C779-4B48-9D09-DC37D8A4644B}" type="slidenum">
              <a:rPr lang="id-ID" smtClean="0"/>
              <a:t>‹#›</a:t>
            </a:fld>
            <a:endParaRPr lang="id-ID"/>
          </a:p>
        </p:txBody>
      </p:sp>
    </p:spTree>
    <p:extLst>
      <p:ext uri="{BB962C8B-B14F-4D97-AF65-F5344CB8AC3E}">
        <p14:creationId xmlns:p14="http://schemas.microsoft.com/office/powerpoint/2010/main" val="2409384504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4_Pointer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Slide Number Placeholder 5"/>
          <p:cNvSpPr txBox="1">
            <a:spLocks/>
          </p:cNvSpPr>
          <p:nvPr userDrawn="1"/>
        </p:nvSpPr>
        <p:spPr>
          <a:xfrm>
            <a:off x="464594" y="6546567"/>
            <a:ext cx="682256" cy="215444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800" kern="1200">
                <a:solidFill>
                  <a:srgbClr val="053061"/>
                </a:solidFill>
                <a:latin typeface="Georgia" charset="0"/>
                <a:ea typeface="Georgia" charset="0"/>
                <a:cs typeface="Georgia" charset="0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A285110E-A93C-E24B-BA01-8EFF0EF70079}" type="slidenum">
              <a:rPr lang="en-US" b="1" smtClean="0">
                <a:solidFill>
                  <a:schemeClr val="tx1"/>
                </a:solidFill>
                <a:latin typeface="+mn-lt"/>
              </a:rPr>
              <a:pPr/>
              <a:t>‹#›</a:t>
            </a:fld>
            <a:endParaRPr lang="en-US" b="1">
              <a:solidFill>
                <a:schemeClr val="tx1"/>
              </a:solidFill>
              <a:latin typeface="+mn-lt"/>
            </a:endParaRPr>
          </a:p>
        </p:txBody>
      </p:sp>
      <p:sp>
        <p:nvSpPr>
          <p:cNvPr id="17" name="TextBox 16"/>
          <p:cNvSpPr txBox="1"/>
          <p:nvPr userDrawn="1"/>
        </p:nvSpPr>
        <p:spPr>
          <a:xfrm>
            <a:off x="805722" y="6546567"/>
            <a:ext cx="2361408" cy="215444"/>
          </a:xfrm>
          <a:prstGeom prst="rect">
            <a:avLst/>
          </a:prstGeom>
          <a:noFill/>
        </p:spPr>
        <p:txBody>
          <a:bodyPr wrap="square" lIns="0" tIns="0" rIns="0" bIns="0" rtlCol="0" anchor="ctr">
            <a:noAutofit/>
          </a:bodyPr>
          <a:lstStyle/>
          <a:p>
            <a:r>
              <a:rPr lang="en-US" sz="800">
                <a:solidFill>
                  <a:schemeClr val="tx1"/>
                </a:solidFill>
                <a:latin typeface="+mn-lt"/>
                <a:ea typeface="Georgia" charset="0"/>
                <a:cs typeface="Georgia" charset="0"/>
              </a:rPr>
              <a:t>® 2020 Copyright Genpact. All Rights Reserved.</a:t>
            </a:r>
          </a:p>
        </p:txBody>
      </p:sp>
      <p:sp>
        <p:nvSpPr>
          <p:cNvPr id="33" name="Text Placeholder 22"/>
          <p:cNvSpPr>
            <a:spLocks noGrp="1"/>
          </p:cNvSpPr>
          <p:nvPr>
            <p:ph type="body" sz="quarter" idx="11" hasCustomPrompt="1"/>
          </p:nvPr>
        </p:nvSpPr>
        <p:spPr>
          <a:xfrm>
            <a:off x="457200" y="471715"/>
            <a:ext cx="11277600" cy="533400"/>
          </a:xfrm>
          <a:prstGeom prst="rect">
            <a:avLst/>
          </a:prstGeom>
        </p:spPr>
        <p:txBody>
          <a:bodyPr lIns="0" rIns="0" anchor="t"/>
          <a:lstStyle>
            <a:lvl1pPr>
              <a:defRPr sz="3000">
                <a:solidFill>
                  <a:schemeClr val="tx1"/>
                </a:solidFill>
                <a:latin typeface="Georgia" panose="02040502050405020303" pitchFamily="18" charset="0"/>
              </a:defRPr>
            </a:lvl1pPr>
          </a:lstStyle>
          <a:p>
            <a:pPr lvl="0"/>
            <a:r>
              <a:rPr lang="en-US"/>
              <a:t>Content slide title goes here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sz="quarter" idx="13"/>
          </p:nvPr>
        </p:nvSpPr>
        <p:spPr>
          <a:xfrm>
            <a:off x="457200" y="12700"/>
            <a:ext cx="11274552" cy="366712"/>
          </a:xfrm>
          <a:prstGeom prst="rect">
            <a:avLst/>
          </a:prstGeom>
        </p:spPr>
        <p:txBody>
          <a:bodyPr lIns="0" rIns="0" anchor="ctr" anchorCtr="0"/>
          <a:lstStyle>
            <a:lvl1pPr>
              <a:defRPr sz="1400">
                <a:solidFill>
                  <a:schemeClr val="tx1"/>
                </a:solidFill>
              </a:defRPr>
            </a:lvl1pPr>
            <a:lvl2pPr>
              <a:defRPr>
                <a:solidFill>
                  <a:schemeClr val="tx1"/>
                </a:solidFill>
              </a:defRPr>
            </a:lvl2pPr>
            <a:lvl3pPr>
              <a:defRPr>
                <a:solidFill>
                  <a:schemeClr val="tx1"/>
                </a:solidFill>
              </a:defRPr>
            </a:lvl3pPr>
            <a:lvl4pPr>
              <a:defRPr>
                <a:solidFill>
                  <a:schemeClr val="tx1"/>
                </a:solidFill>
              </a:defRPr>
            </a:lvl4pPr>
            <a:lvl5pPr>
              <a:defRPr>
                <a:solidFill>
                  <a:schemeClr val="tx1"/>
                </a:solidFill>
              </a:defRPr>
            </a:lvl5pPr>
          </a:lstStyle>
          <a:p>
            <a:pPr lvl="0"/>
            <a:r>
              <a:rPr lang="en-US"/>
              <a:t>Edit Master text styles</a:t>
            </a:r>
          </a:p>
        </p:txBody>
      </p:sp>
      <p:pic>
        <p:nvPicPr>
          <p:cNvPr id="8" name="Picture 7"/>
          <p:cNvPicPr>
            <a:picLocks noChangeAspect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0893034" y="6462131"/>
            <a:ext cx="839972" cy="30908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45494749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2" pos="279">
          <p15:clr>
            <a:srgbClr val="FBAE40"/>
          </p15:clr>
        </p15:guide>
        <p15:guide id="3" pos="7401">
          <p15:clr>
            <a:srgbClr val="FBAE40"/>
          </p15:clr>
        </p15:guide>
        <p15:guide id="5" orient="horz" pos="777">
          <p15:clr>
            <a:srgbClr val="FBAE40"/>
          </p15:clr>
        </p15:guide>
        <p15:guide id="6" orient="horz" pos="3997">
          <p15:clr>
            <a:srgbClr val="FBAE40"/>
          </p15:clr>
        </p15:guide>
      </p15:sldGuideLst>
    </p:ext>
  </p:extLst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3_Pointer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Slide Number Placeholder 5"/>
          <p:cNvSpPr txBox="1">
            <a:spLocks/>
          </p:cNvSpPr>
          <p:nvPr userDrawn="1"/>
        </p:nvSpPr>
        <p:spPr>
          <a:xfrm>
            <a:off x="464594" y="6546567"/>
            <a:ext cx="682256" cy="215444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800" kern="1200">
                <a:solidFill>
                  <a:srgbClr val="053061"/>
                </a:solidFill>
                <a:latin typeface="Georgia" charset="0"/>
                <a:ea typeface="Georgia" charset="0"/>
                <a:cs typeface="Georgia" charset="0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A285110E-A93C-E24B-BA01-8EFF0EF70079}" type="slidenum">
              <a:rPr lang="en-US" b="1" smtClean="0">
                <a:solidFill>
                  <a:schemeClr val="tx1"/>
                </a:solidFill>
                <a:latin typeface="+mn-lt"/>
              </a:rPr>
              <a:pPr/>
              <a:t>‹#›</a:t>
            </a:fld>
            <a:endParaRPr lang="en-US" b="1">
              <a:solidFill>
                <a:schemeClr val="tx1"/>
              </a:solidFill>
              <a:latin typeface="+mn-lt"/>
            </a:endParaRPr>
          </a:p>
        </p:txBody>
      </p:sp>
      <p:sp>
        <p:nvSpPr>
          <p:cNvPr id="33" name="Text Placeholder 22"/>
          <p:cNvSpPr>
            <a:spLocks noGrp="1"/>
          </p:cNvSpPr>
          <p:nvPr>
            <p:ph type="body" sz="quarter" idx="11" hasCustomPrompt="1"/>
          </p:nvPr>
        </p:nvSpPr>
        <p:spPr>
          <a:xfrm>
            <a:off x="457200" y="471715"/>
            <a:ext cx="11277600" cy="533400"/>
          </a:xfrm>
          <a:prstGeom prst="rect">
            <a:avLst/>
          </a:prstGeom>
        </p:spPr>
        <p:txBody>
          <a:bodyPr lIns="0" rIns="0" anchor="t" anchorCtr="0"/>
          <a:lstStyle>
            <a:lvl1pPr>
              <a:defRPr sz="3000">
                <a:solidFill>
                  <a:schemeClr val="tx1"/>
                </a:solidFill>
                <a:latin typeface="Georgia" panose="02040502050405020303" pitchFamily="18" charset="0"/>
              </a:defRPr>
            </a:lvl1pPr>
          </a:lstStyle>
          <a:p>
            <a:pPr lvl="0"/>
            <a:r>
              <a:rPr lang="en-US"/>
              <a:t>Content slide title goes here</a:t>
            </a:r>
          </a:p>
        </p:txBody>
      </p:sp>
      <p:sp>
        <p:nvSpPr>
          <p:cNvPr id="34" name="Text Placeholder 22"/>
          <p:cNvSpPr>
            <a:spLocks noGrp="1"/>
          </p:cNvSpPr>
          <p:nvPr>
            <p:ph type="body" sz="quarter" idx="12" hasCustomPrompt="1"/>
          </p:nvPr>
        </p:nvSpPr>
        <p:spPr>
          <a:xfrm>
            <a:off x="457200" y="976087"/>
            <a:ext cx="11277600" cy="533400"/>
          </a:xfrm>
          <a:prstGeom prst="rect">
            <a:avLst/>
          </a:prstGeom>
        </p:spPr>
        <p:txBody>
          <a:bodyPr lIns="0" rIns="0" anchor="t" anchorCtr="0"/>
          <a:lstStyle>
            <a:lvl1pPr>
              <a:defRPr sz="2200">
                <a:solidFill>
                  <a:schemeClr val="tx1"/>
                </a:solidFill>
                <a:latin typeface="Georgia" panose="02040502050405020303" pitchFamily="18" charset="0"/>
              </a:defRPr>
            </a:lvl1pPr>
          </a:lstStyle>
          <a:p>
            <a:pPr lvl="0"/>
            <a:r>
              <a:rPr lang="en-US"/>
              <a:t>Lorem ipsum dolor sit </a:t>
            </a:r>
            <a:r>
              <a:rPr lang="en-US" err="1"/>
              <a:t>amet</a:t>
            </a:r>
            <a:r>
              <a:rPr lang="en-US"/>
              <a:t>, </a:t>
            </a:r>
            <a:r>
              <a:rPr lang="en-US" err="1"/>
              <a:t>consectetur</a:t>
            </a:r>
            <a:r>
              <a:rPr lang="en-US"/>
              <a:t> </a:t>
            </a:r>
            <a:r>
              <a:rPr lang="en-US" err="1"/>
              <a:t>adipisicing</a:t>
            </a:r>
            <a:r>
              <a:rPr lang="en-US"/>
              <a:t> </a:t>
            </a:r>
            <a:r>
              <a:rPr lang="en-US" err="1"/>
              <a:t>elit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sz="quarter" idx="13"/>
          </p:nvPr>
        </p:nvSpPr>
        <p:spPr>
          <a:xfrm>
            <a:off x="457200" y="12700"/>
            <a:ext cx="11274552" cy="366712"/>
          </a:xfrm>
          <a:prstGeom prst="rect">
            <a:avLst/>
          </a:prstGeom>
        </p:spPr>
        <p:txBody>
          <a:bodyPr lIns="0" rIns="0" anchor="ctr" anchorCtr="0"/>
          <a:lstStyle>
            <a:lvl1pPr>
              <a:defRPr sz="1400">
                <a:solidFill>
                  <a:schemeClr val="tx1"/>
                </a:solidFill>
              </a:defRPr>
            </a:lvl1pPr>
            <a:lvl2pPr>
              <a:defRPr>
                <a:solidFill>
                  <a:schemeClr val="tx1"/>
                </a:solidFill>
              </a:defRPr>
            </a:lvl2pPr>
            <a:lvl3pPr>
              <a:defRPr>
                <a:solidFill>
                  <a:schemeClr val="tx1"/>
                </a:solidFill>
              </a:defRPr>
            </a:lvl3pPr>
            <a:lvl4pPr>
              <a:defRPr>
                <a:solidFill>
                  <a:schemeClr val="tx1"/>
                </a:solidFill>
              </a:defRPr>
            </a:lvl4pPr>
            <a:lvl5pPr>
              <a:defRPr>
                <a:solidFill>
                  <a:schemeClr val="tx1"/>
                </a:solidFill>
              </a:defRPr>
            </a:lvl5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8" name="TextBox 7"/>
          <p:cNvSpPr txBox="1"/>
          <p:nvPr userDrawn="1"/>
        </p:nvSpPr>
        <p:spPr>
          <a:xfrm>
            <a:off x="805722" y="6546567"/>
            <a:ext cx="2361408" cy="215444"/>
          </a:xfrm>
          <a:prstGeom prst="rect">
            <a:avLst/>
          </a:prstGeom>
          <a:noFill/>
        </p:spPr>
        <p:txBody>
          <a:bodyPr wrap="square" lIns="0" tIns="0" rIns="0" bIns="0" rtlCol="0" anchor="ctr">
            <a:noAutofit/>
          </a:bodyPr>
          <a:lstStyle/>
          <a:p>
            <a:r>
              <a:rPr lang="en-US" sz="800">
                <a:solidFill>
                  <a:schemeClr val="tx1"/>
                </a:solidFill>
                <a:latin typeface="+mn-lt"/>
                <a:ea typeface="Georgia" charset="0"/>
                <a:cs typeface="Georgia" charset="0"/>
              </a:rPr>
              <a:t>® 2020 Copyright Genpact. All Rights Reserved.</a:t>
            </a:r>
          </a:p>
        </p:txBody>
      </p:sp>
      <p:pic>
        <p:nvPicPr>
          <p:cNvPr id="10" name="Picture 2">
            <a:extLst>
              <a:ext uri="{FF2B5EF4-FFF2-40B4-BE49-F238E27FC236}">
                <a16:creationId xmlns:a16="http://schemas.microsoft.com/office/drawing/2014/main" id="{0B1FDBD9-8B9D-4DC3-87BB-F12A75D40895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10894219" y="6463445"/>
            <a:ext cx="838200" cy="30827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2414853492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2" pos="288">
          <p15:clr>
            <a:srgbClr val="FBAE40"/>
          </p15:clr>
        </p15:guide>
        <p15:guide id="3" pos="7392">
          <p15:clr>
            <a:srgbClr val="FBAE40"/>
          </p15:clr>
        </p15:guide>
        <p15:guide id="5" orient="horz" pos="288">
          <p15:clr>
            <a:srgbClr val="FBAE40"/>
          </p15:clr>
        </p15:guide>
        <p15:guide id="6" orient="horz" pos="4032">
          <p15:clr>
            <a:srgbClr val="FBAE40"/>
          </p15:clr>
        </p15:guide>
      </p15:sldGuideLst>
    </p:ext>
  </p:extLst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Use_Genpac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Slide Number Placeholder 5"/>
          <p:cNvSpPr txBox="1">
            <a:spLocks/>
          </p:cNvSpPr>
          <p:nvPr userDrawn="1"/>
        </p:nvSpPr>
        <p:spPr>
          <a:xfrm>
            <a:off x="464594" y="6546567"/>
            <a:ext cx="682256" cy="215444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800" kern="1200">
                <a:solidFill>
                  <a:srgbClr val="053061"/>
                </a:solidFill>
                <a:latin typeface="Georgia" charset="0"/>
                <a:ea typeface="Georgia" charset="0"/>
                <a:cs typeface="Georgia" charset="0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A285110E-A93C-E24B-BA01-8EFF0EF70079}" type="slidenum">
              <a:rPr lang="en-US" b="1" smtClean="0">
                <a:solidFill>
                  <a:schemeClr val="tx1"/>
                </a:solidFill>
                <a:latin typeface="+mn-lt"/>
              </a:rPr>
              <a:pPr/>
              <a:t>‹#›</a:t>
            </a:fld>
            <a:endParaRPr lang="en-US" b="1">
              <a:solidFill>
                <a:schemeClr val="tx1"/>
              </a:solidFill>
              <a:latin typeface="+mn-lt"/>
            </a:endParaRPr>
          </a:p>
        </p:txBody>
      </p:sp>
      <p:sp>
        <p:nvSpPr>
          <p:cNvPr id="17" name="TextBox 16"/>
          <p:cNvSpPr txBox="1"/>
          <p:nvPr userDrawn="1"/>
        </p:nvSpPr>
        <p:spPr>
          <a:xfrm>
            <a:off x="805722" y="6546567"/>
            <a:ext cx="2361408" cy="215444"/>
          </a:xfrm>
          <a:prstGeom prst="rect">
            <a:avLst/>
          </a:prstGeom>
          <a:noFill/>
        </p:spPr>
        <p:txBody>
          <a:bodyPr wrap="square" lIns="0" tIns="0" rIns="0" bIns="0" rtlCol="0" anchor="ctr">
            <a:noAutofit/>
          </a:bodyPr>
          <a:lstStyle/>
          <a:p>
            <a:r>
              <a:rPr lang="en-US" sz="800">
                <a:solidFill>
                  <a:schemeClr val="tx1"/>
                </a:solidFill>
                <a:latin typeface="+mn-lt"/>
                <a:ea typeface="Georgia" charset="0"/>
                <a:cs typeface="Georgia" charset="0"/>
              </a:rPr>
              <a:t>© 2020 Copyright Genpact. All Rights Reserved.</a:t>
            </a:r>
          </a:p>
        </p:txBody>
      </p:sp>
      <p:sp>
        <p:nvSpPr>
          <p:cNvPr id="33" name="Text Placeholder 22"/>
          <p:cNvSpPr>
            <a:spLocks noGrp="1"/>
          </p:cNvSpPr>
          <p:nvPr>
            <p:ph type="body" sz="quarter" idx="11" hasCustomPrompt="1"/>
          </p:nvPr>
        </p:nvSpPr>
        <p:spPr>
          <a:xfrm>
            <a:off x="460744" y="471715"/>
            <a:ext cx="11272262" cy="1037772"/>
          </a:xfrm>
          <a:prstGeom prst="rect">
            <a:avLst/>
          </a:prstGeom>
        </p:spPr>
        <p:txBody>
          <a:bodyPr lIns="0" anchor="t"/>
          <a:lstStyle>
            <a:lvl1pPr>
              <a:defRPr sz="3000">
                <a:solidFill>
                  <a:srgbClr val="063161"/>
                </a:solidFill>
                <a:latin typeface="Georgia" panose="02040502050405020303" pitchFamily="18" charset="0"/>
              </a:defRPr>
            </a:lvl1pPr>
          </a:lstStyle>
          <a:p>
            <a:pPr lvl="0"/>
            <a:r>
              <a:rPr lang="en-US"/>
              <a:t>Content slide title goes here</a:t>
            </a:r>
          </a:p>
        </p:txBody>
      </p:sp>
      <p:sp>
        <p:nvSpPr>
          <p:cNvPr id="34" name="Text Placeholder 22"/>
          <p:cNvSpPr>
            <a:spLocks noGrp="1"/>
          </p:cNvSpPr>
          <p:nvPr>
            <p:ph type="body" sz="quarter" idx="12" hasCustomPrompt="1"/>
          </p:nvPr>
        </p:nvSpPr>
        <p:spPr>
          <a:xfrm>
            <a:off x="460744" y="976087"/>
            <a:ext cx="11274056" cy="533400"/>
          </a:xfrm>
          <a:prstGeom prst="rect">
            <a:avLst/>
          </a:prstGeom>
        </p:spPr>
        <p:txBody>
          <a:bodyPr lIns="0" anchor="t"/>
          <a:lstStyle>
            <a:lvl1pPr>
              <a:defRPr sz="2200">
                <a:solidFill>
                  <a:srgbClr val="063161"/>
                </a:solidFill>
                <a:latin typeface="Georgia" panose="02040502050405020303" pitchFamily="18" charset="0"/>
              </a:defRPr>
            </a:lvl1pPr>
          </a:lstStyle>
          <a:p>
            <a:pPr lvl="0"/>
            <a:r>
              <a:rPr lang="en-US"/>
              <a:t>Lorem ipsum dolor sit </a:t>
            </a:r>
            <a:r>
              <a:rPr lang="en-US" err="1"/>
              <a:t>amet</a:t>
            </a:r>
            <a:r>
              <a:rPr lang="en-US"/>
              <a:t>, </a:t>
            </a:r>
            <a:r>
              <a:rPr lang="en-US" err="1"/>
              <a:t>consectetur</a:t>
            </a:r>
            <a:r>
              <a:rPr lang="en-US"/>
              <a:t> </a:t>
            </a:r>
            <a:r>
              <a:rPr lang="en-US" err="1"/>
              <a:t>adipisicing</a:t>
            </a:r>
            <a:r>
              <a:rPr lang="en-US"/>
              <a:t> </a:t>
            </a:r>
            <a:r>
              <a:rPr lang="en-US" err="1"/>
              <a:t>elit</a:t>
            </a:r>
            <a:endParaRPr lang="en-US"/>
          </a:p>
        </p:txBody>
      </p:sp>
      <p:pic>
        <p:nvPicPr>
          <p:cNvPr id="7" name="Picture 2">
            <a:extLst>
              <a:ext uri="{FF2B5EF4-FFF2-40B4-BE49-F238E27FC236}">
                <a16:creationId xmlns:a16="http://schemas.microsoft.com/office/drawing/2014/main" id="{40AC7825-FADD-4B94-9F03-DBC9C97A1891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10894219" y="6463445"/>
            <a:ext cx="838200" cy="30827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1806583838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Content and Picture with White Backgroun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Text Placeholder 22"/>
          <p:cNvSpPr>
            <a:spLocks noGrp="1"/>
          </p:cNvSpPr>
          <p:nvPr>
            <p:ph type="body" sz="quarter" idx="11" hasCustomPrompt="1"/>
          </p:nvPr>
        </p:nvSpPr>
        <p:spPr>
          <a:xfrm>
            <a:off x="460744" y="471715"/>
            <a:ext cx="11267060" cy="965200"/>
          </a:xfrm>
          <a:prstGeom prst="rect">
            <a:avLst/>
          </a:prstGeom>
        </p:spPr>
        <p:txBody>
          <a:bodyPr lIns="0" anchor="t"/>
          <a:lstStyle>
            <a:lvl1pPr>
              <a:defRPr sz="2800" baseline="0">
                <a:solidFill>
                  <a:srgbClr val="063161"/>
                </a:solidFill>
                <a:latin typeface="Georgia" panose="02040502050405020303" pitchFamily="18" charset="0"/>
              </a:defRPr>
            </a:lvl1pPr>
          </a:lstStyle>
          <a:p>
            <a:pPr lvl="0"/>
            <a:r>
              <a:rPr lang="en-IN"/>
              <a:t>Content slide title goes here</a:t>
            </a:r>
            <a:endParaRPr lang="en-US"/>
          </a:p>
        </p:txBody>
      </p:sp>
      <p:sp>
        <p:nvSpPr>
          <p:cNvPr id="15" name="Text Placeholder 22"/>
          <p:cNvSpPr>
            <a:spLocks noGrp="1"/>
          </p:cNvSpPr>
          <p:nvPr>
            <p:ph type="body" sz="quarter" idx="12" hasCustomPrompt="1"/>
          </p:nvPr>
        </p:nvSpPr>
        <p:spPr>
          <a:xfrm>
            <a:off x="460744" y="976259"/>
            <a:ext cx="11267060" cy="460656"/>
          </a:xfrm>
          <a:prstGeom prst="rect">
            <a:avLst/>
          </a:prstGeom>
        </p:spPr>
        <p:txBody>
          <a:bodyPr lIns="0" anchor="t"/>
          <a:lstStyle>
            <a:lvl1pPr>
              <a:defRPr sz="2200">
                <a:solidFill>
                  <a:srgbClr val="063161"/>
                </a:solidFill>
                <a:latin typeface="Georgia" panose="02040502050405020303" pitchFamily="18" charset="0"/>
              </a:defRPr>
            </a:lvl1pPr>
          </a:lstStyle>
          <a:p>
            <a:pPr lvl="0"/>
            <a:r>
              <a:rPr lang="en-US"/>
              <a:t>Lorem ipsum dolor sit </a:t>
            </a:r>
            <a:r>
              <a:rPr lang="en-US" err="1"/>
              <a:t>amet</a:t>
            </a:r>
            <a:r>
              <a:rPr lang="en-US"/>
              <a:t>, </a:t>
            </a:r>
            <a:r>
              <a:rPr lang="en-US" err="1"/>
              <a:t>consectetur</a:t>
            </a:r>
            <a:r>
              <a:rPr lang="en-US"/>
              <a:t> </a:t>
            </a:r>
            <a:r>
              <a:rPr lang="en-US" err="1"/>
              <a:t>adipisicing</a:t>
            </a:r>
            <a:r>
              <a:rPr lang="en-US"/>
              <a:t> </a:t>
            </a:r>
            <a:r>
              <a:rPr lang="en-US" err="1"/>
              <a:t>elit</a:t>
            </a:r>
            <a:endParaRPr lang="en-US"/>
          </a:p>
        </p:txBody>
      </p:sp>
      <p:sp>
        <p:nvSpPr>
          <p:cNvPr id="16" name="Slide Number Placeholder 5"/>
          <p:cNvSpPr txBox="1">
            <a:spLocks/>
          </p:cNvSpPr>
          <p:nvPr userDrawn="1"/>
        </p:nvSpPr>
        <p:spPr>
          <a:xfrm>
            <a:off x="464594" y="6546567"/>
            <a:ext cx="682256" cy="215444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800" kern="1200">
                <a:solidFill>
                  <a:srgbClr val="053061"/>
                </a:solidFill>
                <a:latin typeface="Georgia" charset="0"/>
                <a:ea typeface="Georgia" charset="0"/>
                <a:cs typeface="Georgia" charset="0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A285110E-A93C-E24B-BA01-8EFF0EF70079}" type="slidenum">
              <a:rPr lang="en-US" b="1" smtClean="0">
                <a:solidFill>
                  <a:schemeClr val="tx1"/>
                </a:solidFill>
                <a:latin typeface="+mn-lt"/>
              </a:rPr>
              <a:pPr/>
              <a:t>‹#›</a:t>
            </a:fld>
            <a:endParaRPr lang="en-US" b="1">
              <a:solidFill>
                <a:schemeClr val="tx1"/>
              </a:solidFill>
              <a:latin typeface="+mn-lt"/>
            </a:endParaRPr>
          </a:p>
        </p:txBody>
      </p:sp>
      <p:sp>
        <p:nvSpPr>
          <p:cNvPr id="17" name="TextBox 16"/>
          <p:cNvSpPr txBox="1"/>
          <p:nvPr userDrawn="1"/>
        </p:nvSpPr>
        <p:spPr>
          <a:xfrm>
            <a:off x="805722" y="6546567"/>
            <a:ext cx="2361408" cy="215444"/>
          </a:xfrm>
          <a:prstGeom prst="rect">
            <a:avLst/>
          </a:prstGeom>
          <a:noFill/>
        </p:spPr>
        <p:txBody>
          <a:bodyPr wrap="square" lIns="0" tIns="0" rIns="0" bIns="0" rtlCol="0" anchor="ctr">
            <a:noAutofit/>
          </a:bodyPr>
          <a:lstStyle/>
          <a:p>
            <a:r>
              <a:rPr lang="en-US" sz="800">
                <a:solidFill>
                  <a:schemeClr val="tx1"/>
                </a:solidFill>
                <a:latin typeface="+mn-lt"/>
                <a:ea typeface="Georgia" charset="0"/>
                <a:cs typeface="Georgia" charset="0"/>
              </a:rPr>
              <a:t>© 2020 Copyright Genpact. All Rights Reserved.</a:t>
            </a:r>
          </a:p>
        </p:txBody>
      </p:sp>
      <p:pic>
        <p:nvPicPr>
          <p:cNvPr id="7" name="Picture 2">
            <a:extLst>
              <a:ext uri="{FF2B5EF4-FFF2-40B4-BE49-F238E27FC236}">
                <a16:creationId xmlns:a16="http://schemas.microsoft.com/office/drawing/2014/main" id="{EFC5EC5A-7801-4D3D-8F02-C6FBE77FD99F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10894219" y="6463445"/>
            <a:ext cx="838200" cy="30827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918525474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GENPAC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Slide Number Placeholder 5"/>
          <p:cNvSpPr txBox="1">
            <a:spLocks/>
          </p:cNvSpPr>
          <p:nvPr userDrawn="1"/>
        </p:nvSpPr>
        <p:spPr>
          <a:xfrm>
            <a:off x="464594" y="6546567"/>
            <a:ext cx="682256" cy="215444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800" kern="1200">
                <a:solidFill>
                  <a:srgbClr val="053061"/>
                </a:solidFill>
                <a:latin typeface="Georgia" charset="0"/>
                <a:ea typeface="Georgia" charset="0"/>
                <a:cs typeface="Georgia" charset="0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A285110E-A93C-E24B-BA01-8EFF0EF70079}" type="slidenum">
              <a:rPr lang="en-US" b="1" smtClean="0">
                <a:solidFill>
                  <a:schemeClr val="tx1"/>
                </a:solidFill>
                <a:latin typeface="+mn-lt"/>
              </a:rPr>
              <a:pPr/>
              <a:t>‹#›</a:t>
            </a:fld>
            <a:endParaRPr lang="en-US" b="1">
              <a:solidFill>
                <a:schemeClr val="tx1"/>
              </a:solidFill>
              <a:latin typeface="+mn-lt"/>
            </a:endParaRPr>
          </a:p>
        </p:txBody>
      </p:sp>
      <p:sp>
        <p:nvSpPr>
          <p:cNvPr id="17" name="TextBox 16"/>
          <p:cNvSpPr txBox="1"/>
          <p:nvPr userDrawn="1"/>
        </p:nvSpPr>
        <p:spPr>
          <a:xfrm>
            <a:off x="805722" y="6546567"/>
            <a:ext cx="2361408" cy="215444"/>
          </a:xfrm>
          <a:prstGeom prst="rect">
            <a:avLst/>
          </a:prstGeom>
          <a:noFill/>
        </p:spPr>
        <p:txBody>
          <a:bodyPr wrap="square" lIns="0" tIns="0" rIns="0" bIns="0" rtlCol="0" anchor="ctr">
            <a:noAutofit/>
          </a:bodyPr>
          <a:lstStyle/>
          <a:p>
            <a:r>
              <a:rPr lang="en-US" sz="800">
                <a:solidFill>
                  <a:schemeClr val="tx1"/>
                </a:solidFill>
                <a:latin typeface="+mn-lt"/>
                <a:ea typeface="Georgia" charset="0"/>
                <a:cs typeface="Georgia" charset="0"/>
              </a:rPr>
              <a:t>© 2020 Copyright Genpact. All Rights Reserved.</a:t>
            </a:r>
          </a:p>
        </p:txBody>
      </p:sp>
      <p:sp>
        <p:nvSpPr>
          <p:cNvPr id="33" name="Text Placeholder 22"/>
          <p:cNvSpPr>
            <a:spLocks noGrp="1"/>
          </p:cNvSpPr>
          <p:nvPr>
            <p:ph type="body" sz="quarter" idx="11" hasCustomPrompt="1"/>
          </p:nvPr>
        </p:nvSpPr>
        <p:spPr>
          <a:xfrm>
            <a:off x="457200" y="444418"/>
            <a:ext cx="11277600" cy="1204685"/>
          </a:xfrm>
          <a:prstGeom prst="rect">
            <a:avLst/>
          </a:prstGeom>
        </p:spPr>
        <p:txBody>
          <a:bodyPr lIns="0" rIns="0" anchor="t"/>
          <a:lstStyle>
            <a:lvl1pPr>
              <a:defRPr sz="3000">
                <a:solidFill>
                  <a:srgbClr val="063161"/>
                </a:solidFill>
                <a:latin typeface="Georgia" panose="02040502050405020303" pitchFamily="18" charset="0"/>
              </a:defRPr>
            </a:lvl1pPr>
          </a:lstStyle>
          <a:p>
            <a:pPr lvl="0"/>
            <a:r>
              <a:rPr lang="en-US"/>
              <a:t>Content slide title goes here</a:t>
            </a:r>
          </a:p>
        </p:txBody>
      </p:sp>
      <p:sp>
        <p:nvSpPr>
          <p:cNvPr id="34" name="Text Placeholder 22"/>
          <p:cNvSpPr>
            <a:spLocks noGrp="1"/>
          </p:cNvSpPr>
          <p:nvPr>
            <p:ph type="body" sz="quarter" idx="12" hasCustomPrompt="1"/>
          </p:nvPr>
        </p:nvSpPr>
        <p:spPr>
          <a:xfrm>
            <a:off x="457200" y="948790"/>
            <a:ext cx="11277600" cy="700313"/>
          </a:xfrm>
          <a:prstGeom prst="rect">
            <a:avLst/>
          </a:prstGeom>
        </p:spPr>
        <p:txBody>
          <a:bodyPr lIns="0" rIns="0" anchor="t"/>
          <a:lstStyle>
            <a:lvl1pPr>
              <a:defRPr sz="1800">
                <a:solidFill>
                  <a:srgbClr val="063161"/>
                </a:solidFill>
                <a:latin typeface="Georgia" panose="02040502050405020303" pitchFamily="18" charset="0"/>
              </a:defRPr>
            </a:lvl1pPr>
          </a:lstStyle>
          <a:p>
            <a:pPr lvl="0"/>
            <a:r>
              <a:rPr lang="en-US"/>
              <a:t>Lorem ipsum dolor sit </a:t>
            </a:r>
            <a:r>
              <a:rPr lang="en-US" err="1"/>
              <a:t>amet</a:t>
            </a:r>
            <a:r>
              <a:rPr lang="en-US"/>
              <a:t>, </a:t>
            </a:r>
            <a:r>
              <a:rPr lang="en-US" err="1"/>
              <a:t>consectetur</a:t>
            </a:r>
            <a:r>
              <a:rPr lang="en-US"/>
              <a:t> </a:t>
            </a:r>
            <a:r>
              <a:rPr lang="en-US" err="1"/>
              <a:t>adipisicing</a:t>
            </a:r>
            <a:r>
              <a:rPr lang="en-US"/>
              <a:t> </a:t>
            </a:r>
            <a:r>
              <a:rPr lang="en-US" err="1"/>
              <a:t>elit</a:t>
            </a:r>
            <a:endParaRPr lang="en-US"/>
          </a:p>
        </p:txBody>
      </p:sp>
      <p:pic>
        <p:nvPicPr>
          <p:cNvPr id="7" name="Picture 2">
            <a:extLst>
              <a:ext uri="{FF2B5EF4-FFF2-40B4-BE49-F238E27FC236}">
                <a16:creationId xmlns:a16="http://schemas.microsoft.com/office/drawing/2014/main" id="{20ED5E71-C4F3-4FFF-9273-F7D52479E314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10894219" y="6463445"/>
            <a:ext cx="838200" cy="30827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268967867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2" pos="288">
          <p15:clr>
            <a:srgbClr val="FBAE40"/>
          </p15:clr>
        </p15:guide>
        <p15:guide id="3" pos="7392">
          <p15:clr>
            <a:srgbClr val="FBAE40"/>
          </p15:clr>
        </p15:guide>
        <p15:guide id="5" orient="horz" pos="288">
          <p15:clr>
            <a:srgbClr val="FBAE40"/>
          </p15:clr>
        </p15:guide>
        <p15:guide id="6" orient="horz" pos="4032">
          <p15:clr>
            <a:srgbClr val="FBAE40"/>
          </p15:clr>
        </p15:guide>
      </p15:sldGuideLst>
    </p:ext>
  </p:extLst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GENPAC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Slide Number Placeholder 5"/>
          <p:cNvSpPr txBox="1">
            <a:spLocks/>
          </p:cNvSpPr>
          <p:nvPr userDrawn="1"/>
        </p:nvSpPr>
        <p:spPr>
          <a:xfrm>
            <a:off x="464594" y="6546567"/>
            <a:ext cx="682256" cy="215444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800" kern="1200">
                <a:solidFill>
                  <a:srgbClr val="053061"/>
                </a:solidFill>
                <a:latin typeface="Georgia" charset="0"/>
                <a:ea typeface="Georgia" charset="0"/>
                <a:cs typeface="Georgia" charset="0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A285110E-A93C-E24B-BA01-8EFF0EF70079}" type="slidenum">
              <a:rPr lang="en-US" b="1" smtClean="0">
                <a:solidFill>
                  <a:schemeClr val="tx1"/>
                </a:solidFill>
                <a:latin typeface="+mn-lt"/>
              </a:rPr>
              <a:pPr/>
              <a:t>‹#›</a:t>
            </a:fld>
            <a:endParaRPr lang="en-US" b="1">
              <a:solidFill>
                <a:schemeClr val="tx1"/>
              </a:solidFill>
              <a:latin typeface="+mn-lt"/>
            </a:endParaRPr>
          </a:p>
        </p:txBody>
      </p:sp>
      <p:sp>
        <p:nvSpPr>
          <p:cNvPr id="17" name="TextBox 16"/>
          <p:cNvSpPr txBox="1"/>
          <p:nvPr userDrawn="1"/>
        </p:nvSpPr>
        <p:spPr>
          <a:xfrm>
            <a:off x="805722" y="6546567"/>
            <a:ext cx="2361408" cy="215444"/>
          </a:xfrm>
          <a:prstGeom prst="rect">
            <a:avLst/>
          </a:prstGeom>
          <a:noFill/>
        </p:spPr>
        <p:txBody>
          <a:bodyPr wrap="square" lIns="0" tIns="0" rIns="0" bIns="0" rtlCol="0" anchor="ctr">
            <a:noAutofit/>
          </a:bodyPr>
          <a:lstStyle/>
          <a:p>
            <a:r>
              <a:rPr lang="en-US" sz="800">
                <a:solidFill>
                  <a:schemeClr val="tx1"/>
                </a:solidFill>
                <a:latin typeface="+mn-lt"/>
                <a:ea typeface="Georgia" charset="0"/>
                <a:cs typeface="Georgia" charset="0"/>
              </a:rPr>
              <a:t>© 2020 Copyright Genpact. All Rights Reserved.</a:t>
            </a:r>
          </a:p>
        </p:txBody>
      </p:sp>
      <p:sp>
        <p:nvSpPr>
          <p:cNvPr id="33" name="Text Placeholder 22"/>
          <p:cNvSpPr>
            <a:spLocks noGrp="1"/>
          </p:cNvSpPr>
          <p:nvPr>
            <p:ph type="body" sz="quarter" idx="11" hasCustomPrompt="1"/>
          </p:nvPr>
        </p:nvSpPr>
        <p:spPr>
          <a:xfrm>
            <a:off x="457200" y="444418"/>
            <a:ext cx="11277600" cy="1204685"/>
          </a:xfrm>
          <a:prstGeom prst="rect">
            <a:avLst/>
          </a:prstGeom>
        </p:spPr>
        <p:txBody>
          <a:bodyPr lIns="0" rIns="0" anchor="t"/>
          <a:lstStyle>
            <a:lvl1pPr>
              <a:defRPr sz="3000">
                <a:solidFill>
                  <a:srgbClr val="063161"/>
                </a:solidFill>
                <a:latin typeface="Georgia" panose="02040502050405020303" pitchFamily="18" charset="0"/>
              </a:defRPr>
            </a:lvl1pPr>
          </a:lstStyle>
          <a:p>
            <a:pPr lvl="0"/>
            <a:r>
              <a:rPr lang="en-US"/>
              <a:t>Content slide title goes here</a:t>
            </a:r>
          </a:p>
        </p:txBody>
      </p:sp>
      <p:sp>
        <p:nvSpPr>
          <p:cNvPr id="34" name="Text Placeholder 22"/>
          <p:cNvSpPr>
            <a:spLocks noGrp="1"/>
          </p:cNvSpPr>
          <p:nvPr>
            <p:ph type="body" sz="quarter" idx="12" hasCustomPrompt="1"/>
          </p:nvPr>
        </p:nvSpPr>
        <p:spPr>
          <a:xfrm>
            <a:off x="457200" y="948790"/>
            <a:ext cx="11277600" cy="700313"/>
          </a:xfrm>
          <a:prstGeom prst="rect">
            <a:avLst/>
          </a:prstGeom>
        </p:spPr>
        <p:txBody>
          <a:bodyPr lIns="0" rIns="0" anchor="t"/>
          <a:lstStyle>
            <a:lvl1pPr>
              <a:defRPr sz="1800">
                <a:solidFill>
                  <a:srgbClr val="063161"/>
                </a:solidFill>
                <a:latin typeface="Georgia" panose="02040502050405020303" pitchFamily="18" charset="0"/>
              </a:defRPr>
            </a:lvl1pPr>
          </a:lstStyle>
          <a:p>
            <a:pPr lvl="0"/>
            <a:r>
              <a:rPr lang="en-US"/>
              <a:t>Lorem ipsum dolor sit </a:t>
            </a:r>
            <a:r>
              <a:rPr lang="en-US" err="1"/>
              <a:t>amet</a:t>
            </a:r>
            <a:r>
              <a:rPr lang="en-US"/>
              <a:t>, </a:t>
            </a:r>
            <a:r>
              <a:rPr lang="en-US" err="1"/>
              <a:t>consectetur</a:t>
            </a:r>
            <a:r>
              <a:rPr lang="en-US"/>
              <a:t> </a:t>
            </a:r>
            <a:r>
              <a:rPr lang="en-US" err="1"/>
              <a:t>adipisicing</a:t>
            </a:r>
            <a:r>
              <a:rPr lang="en-US"/>
              <a:t> </a:t>
            </a:r>
            <a:r>
              <a:rPr lang="en-US" err="1"/>
              <a:t>elit</a:t>
            </a:r>
            <a:endParaRPr lang="en-US"/>
          </a:p>
        </p:txBody>
      </p:sp>
      <p:sp>
        <p:nvSpPr>
          <p:cNvPr id="11" name="Text Placeholder 22"/>
          <p:cNvSpPr>
            <a:spLocks noGrp="1"/>
          </p:cNvSpPr>
          <p:nvPr>
            <p:ph type="body" sz="quarter" idx="15" hasCustomPrompt="1"/>
          </p:nvPr>
        </p:nvSpPr>
        <p:spPr>
          <a:xfrm>
            <a:off x="457200" y="62593"/>
            <a:ext cx="8678335" cy="294521"/>
          </a:xfrm>
          <a:prstGeom prst="rect">
            <a:avLst/>
          </a:prstGeom>
        </p:spPr>
        <p:txBody>
          <a:bodyPr lIns="0" rIns="0" anchor="ctr"/>
          <a:lstStyle>
            <a:lvl1pPr>
              <a:defRPr sz="1000">
                <a:solidFill>
                  <a:srgbClr val="063161"/>
                </a:solidFill>
                <a:latin typeface="Georgia" panose="02040502050405020303" pitchFamily="18" charset="0"/>
              </a:defRPr>
            </a:lvl1pPr>
          </a:lstStyle>
          <a:p>
            <a:pPr lvl="0"/>
            <a:r>
              <a:rPr lang="en-US"/>
              <a:t>Lorem ipsum dolor sit </a:t>
            </a:r>
            <a:r>
              <a:rPr lang="en-US" err="1"/>
              <a:t>amet</a:t>
            </a:r>
            <a:r>
              <a:rPr lang="en-US"/>
              <a:t>, </a:t>
            </a:r>
            <a:r>
              <a:rPr lang="en-US" err="1"/>
              <a:t>consectetur</a:t>
            </a:r>
            <a:r>
              <a:rPr lang="en-US"/>
              <a:t> </a:t>
            </a:r>
            <a:r>
              <a:rPr lang="en-US" err="1"/>
              <a:t>adipisicing</a:t>
            </a:r>
            <a:r>
              <a:rPr lang="en-US"/>
              <a:t> </a:t>
            </a:r>
            <a:r>
              <a:rPr lang="en-US" err="1"/>
              <a:t>elit</a:t>
            </a:r>
            <a:endParaRPr lang="en-US"/>
          </a:p>
        </p:txBody>
      </p:sp>
      <p:pic>
        <p:nvPicPr>
          <p:cNvPr id="8" name="Picture 2">
            <a:extLst>
              <a:ext uri="{FF2B5EF4-FFF2-40B4-BE49-F238E27FC236}">
                <a16:creationId xmlns:a16="http://schemas.microsoft.com/office/drawing/2014/main" id="{185D73AC-0BCE-4CCB-83AF-3DC90C3F96D4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10894219" y="6463445"/>
            <a:ext cx="838200" cy="30827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806329222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2" pos="288">
          <p15:clr>
            <a:srgbClr val="FBAE40"/>
          </p15:clr>
        </p15:guide>
        <p15:guide id="3" pos="7392">
          <p15:clr>
            <a:srgbClr val="FBAE40"/>
          </p15:clr>
        </p15:guide>
        <p15:guide id="5" orient="horz" pos="288">
          <p15:clr>
            <a:srgbClr val="FBAE40"/>
          </p15:clr>
        </p15:guide>
        <p15:guide id="6" orient="horz" pos="4032">
          <p15:clr>
            <a:srgbClr val="FBAE40"/>
          </p15:clr>
        </p15:guide>
      </p15:sldGuideLst>
    </p:ext>
  </p:extLst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7_Pointer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Text Placeholder 22"/>
          <p:cNvSpPr>
            <a:spLocks noGrp="1"/>
          </p:cNvSpPr>
          <p:nvPr>
            <p:ph type="body" sz="quarter" idx="13" hasCustomPrompt="1"/>
          </p:nvPr>
        </p:nvSpPr>
        <p:spPr>
          <a:xfrm>
            <a:off x="457200" y="1846944"/>
            <a:ext cx="11277600" cy="3892551"/>
          </a:xfrm>
          <a:prstGeom prst="rect">
            <a:avLst/>
          </a:prstGeom>
        </p:spPr>
        <p:txBody>
          <a:bodyPr anchor="t"/>
          <a:lstStyle>
            <a:lvl1pPr marL="285750" indent="-285750"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  <a:buClr>
                <a:srgbClr val="FF545F"/>
              </a:buClr>
              <a:buFont typeface="Wingdings" panose="05000000000000000000" pitchFamily="2" charset="2"/>
              <a:buChar char="§"/>
              <a:defRPr sz="1600">
                <a:solidFill>
                  <a:srgbClr val="063161"/>
                </a:solidFill>
                <a:latin typeface="Georgia" panose="02040502050405020303" pitchFamily="18" charset="0"/>
              </a:defRPr>
            </a:lvl1pPr>
            <a:lvl2pPr marL="742950" indent="-285750">
              <a:spcBef>
                <a:spcPts val="600"/>
              </a:spcBef>
              <a:spcAft>
                <a:spcPts val="600"/>
              </a:spcAft>
              <a:buClr>
                <a:srgbClr val="EA3946"/>
              </a:buClr>
              <a:buFont typeface="Arial" panose="020B0604020202020204" pitchFamily="34" charset="0"/>
              <a:buChar char="•"/>
              <a:defRPr sz="1600">
                <a:solidFill>
                  <a:srgbClr val="063161"/>
                </a:solidFill>
              </a:defRPr>
            </a:lvl2pPr>
            <a:lvl3pPr marL="1200150" indent="-285750">
              <a:spcBef>
                <a:spcPts val="600"/>
              </a:spcBef>
              <a:spcAft>
                <a:spcPts val="600"/>
              </a:spcAft>
              <a:buClr>
                <a:srgbClr val="C00000"/>
              </a:buClr>
              <a:buFont typeface="Georgia" panose="02040502050405020303" pitchFamily="18" charset="0"/>
              <a:buChar char="─"/>
              <a:defRPr sz="1200">
                <a:solidFill>
                  <a:srgbClr val="063161"/>
                </a:solidFill>
              </a:defRPr>
            </a:lvl3pPr>
          </a:lstStyle>
          <a:p>
            <a:pPr lvl="0"/>
            <a:r>
              <a:rPr lang="en-US"/>
              <a:t>Lorem ipsum dolor sit </a:t>
            </a:r>
            <a:r>
              <a:rPr lang="en-US" err="1"/>
              <a:t>amet</a:t>
            </a:r>
            <a:r>
              <a:rPr lang="en-US"/>
              <a:t>, </a:t>
            </a:r>
            <a:r>
              <a:rPr lang="en-US" err="1"/>
              <a:t>consectetur</a:t>
            </a:r>
            <a:r>
              <a:rPr lang="en-US"/>
              <a:t> </a:t>
            </a:r>
            <a:r>
              <a:rPr lang="en-US" err="1"/>
              <a:t>adipisicing</a:t>
            </a:r>
            <a:r>
              <a:rPr lang="en-US"/>
              <a:t> </a:t>
            </a:r>
            <a:r>
              <a:rPr lang="en-US" err="1"/>
              <a:t>elit</a:t>
            </a:r>
            <a:r>
              <a:rPr lang="en-US"/>
              <a:t>, </a:t>
            </a:r>
            <a:r>
              <a:rPr lang="en-US" err="1"/>
              <a:t>sed</a:t>
            </a:r>
            <a:r>
              <a:rPr lang="en-US"/>
              <a:t> do </a:t>
            </a:r>
            <a:r>
              <a:rPr lang="en-US" err="1"/>
              <a:t>eiusmod</a:t>
            </a:r>
            <a:r>
              <a:rPr lang="en-US"/>
              <a:t> </a:t>
            </a:r>
            <a:r>
              <a:rPr lang="en-US" err="1"/>
              <a:t>tempor</a:t>
            </a:r>
            <a:r>
              <a:rPr lang="en-US"/>
              <a:t> </a:t>
            </a:r>
            <a:r>
              <a:rPr lang="en-US" err="1"/>
              <a:t>incididunt</a:t>
            </a:r>
            <a:r>
              <a:rPr lang="en-US"/>
              <a:t> </a:t>
            </a:r>
            <a:r>
              <a:rPr lang="en-US" err="1"/>
              <a:t>ut</a:t>
            </a:r>
            <a:r>
              <a:rPr lang="en-US"/>
              <a:t> </a:t>
            </a:r>
            <a:r>
              <a:rPr lang="en-US" err="1"/>
              <a:t>labore</a:t>
            </a:r>
            <a:r>
              <a:rPr lang="en-US"/>
              <a:t> et </a:t>
            </a:r>
            <a:r>
              <a:rPr lang="en-US" err="1"/>
              <a:t>dolore</a:t>
            </a:r>
            <a:r>
              <a:rPr lang="en-US"/>
              <a:t> magna </a:t>
            </a:r>
            <a:r>
              <a:rPr lang="en-US" err="1"/>
              <a:t>aliqua</a:t>
            </a:r>
            <a:r>
              <a:rPr lang="en-US"/>
              <a:t>. </a:t>
            </a:r>
            <a:r>
              <a:rPr lang="en-US" err="1"/>
              <a:t>Ut</a:t>
            </a:r>
            <a:r>
              <a:rPr lang="en-US"/>
              <a:t> </a:t>
            </a:r>
            <a:r>
              <a:rPr lang="en-US" err="1"/>
              <a:t>enim</a:t>
            </a:r>
            <a:r>
              <a:rPr lang="en-US"/>
              <a:t> ad minim </a:t>
            </a:r>
            <a:r>
              <a:rPr lang="en-US" err="1"/>
              <a:t>veniam</a:t>
            </a:r>
            <a:r>
              <a:rPr lang="en-US"/>
              <a:t>, </a:t>
            </a:r>
            <a:r>
              <a:rPr lang="en-US" err="1"/>
              <a:t>quis</a:t>
            </a:r>
            <a:r>
              <a:rPr lang="en-US"/>
              <a:t> </a:t>
            </a:r>
            <a:r>
              <a:rPr lang="en-US" err="1"/>
              <a:t>nostrud</a:t>
            </a:r>
            <a:r>
              <a:rPr lang="en-US"/>
              <a:t> exercitation </a:t>
            </a:r>
            <a:r>
              <a:rPr lang="en-US" err="1"/>
              <a:t>ullamco</a:t>
            </a:r>
            <a:r>
              <a:rPr lang="en-US"/>
              <a:t> </a:t>
            </a:r>
            <a:r>
              <a:rPr lang="en-US" err="1"/>
              <a:t>laboris</a:t>
            </a:r>
            <a:r>
              <a:rPr lang="en-US"/>
              <a:t> nisi </a:t>
            </a:r>
            <a:r>
              <a:rPr lang="en-US" err="1"/>
              <a:t>ut</a:t>
            </a:r>
            <a:r>
              <a:rPr lang="en-US"/>
              <a:t> </a:t>
            </a:r>
            <a:r>
              <a:rPr lang="en-US" err="1"/>
              <a:t>aliquip</a:t>
            </a:r>
            <a:r>
              <a:rPr lang="en-US"/>
              <a:t> ex </a:t>
            </a:r>
            <a:r>
              <a:rPr lang="en-US" err="1"/>
              <a:t>ea</a:t>
            </a:r>
            <a:r>
              <a:rPr lang="en-US"/>
              <a:t> </a:t>
            </a:r>
            <a:r>
              <a:rPr lang="en-US" err="1"/>
              <a:t>commodo</a:t>
            </a:r>
            <a:r>
              <a:rPr lang="en-US"/>
              <a:t> </a:t>
            </a:r>
            <a:r>
              <a:rPr lang="en-US" err="1"/>
              <a:t>consequat</a:t>
            </a:r>
            <a:r>
              <a:rPr lang="en-US"/>
              <a:t>. </a:t>
            </a:r>
            <a:r>
              <a:rPr lang="en-US" err="1"/>
              <a:t>Duis</a:t>
            </a:r>
            <a:r>
              <a:rPr lang="en-US"/>
              <a:t> </a:t>
            </a:r>
            <a:r>
              <a:rPr lang="en-US" err="1"/>
              <a:t>aute</a:t>
            </a:r>
            <a:r>
              <a:rPr lang="en-US"/>
              <a:t> </a:t>
            </a:r>
            <a:r>
              <a:rPr lang="en-US" err="1"/>
              <a:t>irure</a:t>
            </a:r>
            <a:r>
              <a:rPr lang="en-US"/>
              <a:t> dolor in </a:t>
            </a:r>
            <a:r>
              <a:rPr lang="en-US" err="1"/>
              <a:t>reprehenderit</a:t>
            </a:r>
            <a:r>
              <a:rPr lang="en-US"/>
              <a:t> in </a:t>
            </a:r>
            <a:r>
              <a:rPr lang="en-US" err="1"/>
              <a:t>voluptate</a:t>
            </a:r>
            <a:r>
              <a:rPr lang="en-US"/>
              <a:t> </a:t>
            </a:r>
            <a:r>
              <a:rPr lang="en-US" err="1"/>
              <a:t>velit</a:t>
            </a:r>
            <a:r>
              <a:rPr lang="en-US"/>
              <a:t> </a:t>
            </a:r>
            <a:r>
              <a:rPr lang="en-US" err="1"/>
              <a:t>esse</a:t>
            </a:r>
            <a:r>
              <a:rPr lang="en-US"/>
              <a:t> </a:t>
            </a:r>
            <a:r>
              <a:rPr lang="en-US" err="1"/>
              <a:t>cillum</a:t>
            </a:r>
            <a:r>
              <a:rPr lang="en-US"/>
              <a:t> </a:t>
            </a:r>
            <a:r>
              <a:rPr lang="en-US" err="1"/>
              <a:t>dolore</a:t>
            </a:r>
            <a:r>
              <a:rPr lang="en-US"/>
              <a:t> </a:t>
            </a:r>
            <a:r>
              <a:rPr lang="en-US" err="1"/>
              <a:t>eu</a:t>
            </a:r>
            <a:r>
              <a:rPr lang="en-US"/>
              <a:t> </a:t>
            </a:r>
            <a:r>
              <a:rPr lang="en-US" err="1"/>
              <a:t>fugiat</a:t>
            </a:r>
            <a:r>
              <a:rPr lang="en-US"/>
              <a:t> </a:t>
            </a:r>
            <a:r>
              <a:rPr lang="en-US" err="1"/>
              <a:t>nulla</a:t>
            </a:r>
            <a:r>
              <a:rPr lang="en-US"/>
              <a:t> </a:t>
            </a:r>
            <a:r>
              <a:rPr lang="en-US" err="1"/>
              <a:t>pariatur</a:t>
            </a:r>
            <a:r>
              <a:rPr lang="en-US"/>
              <a:t>.</a:t>
            </a:r>
          </a:p>
          <a:p>
            <a:pPr lvl="1"/>
            <a:r>
              <a:rPr lang="en-US" err="1"/>
              <a:t>Excepteur</a:t>
            </a:r>
            <a:r>
              <a:rPr lang="en-US"/>
              <a:t> </a:t>
            </a:r>
            <a:r>
              <a:rPr lang="en-US" err="1"/>
              <a:t>sint</a:t>
            </a:r>
            <a:r>
              <a:rPr lang="en-US"/>
              <a:t> </a:t>
            </a:r>
            <a:r>
              <a:rPr lang="en-US" err="1"/>
              <a:t>occaecat</a:t>
            </a:r>
            <a:r>
              <a:rPr lang="en-US"/>
              <a:t> </a:t>
            </a:r>
            <a:r>
              <a:rPr lang="en-US" err="1"/>
              <a:t>cupidatat</a:t>
            </a:r>
            <a:r>
              <a:rPr lang="en-US"/>
              <a:t> non </a:t>
            </a:r>
            <a:r>
              <a:rPr lang="en-US" err="1"/>
              <a:t>proident</a:t>
            </a:r>
            <a:r>
              <a:rPr lang="en-US"/>
              <a:t>, </a:t>
            </a:r>
            <a:r>
              <a:rPr lang="en-US" err="1"/>
              <a:t>sunt</a:t>
            </a:r>
            <a:r>
              <a:rPr lang="en-US"/>
              <a:t> in culpa qui </a:t>
            </a:r>
            <a:r>
              <a:rPr lang="en-US" err="1"/>
              <a:t>officia</a:t>
            </a:r>
            <a:r>
              <a:rPr lang="en-US"/>
              <a:t> </a:t>
            </a:r>
            <a:r>
              <a:rPr lang="en-US" err="1"/>
              <a:t>deserunt</a:t>
            </a:r>
            <a:r>
              <a:rPr lang="en-US"/>
              <a:t> </a:t>
            </a:r>
            <a:r>
              <a:rPr lang="en-US" err="1"/>
              <a:t>mollit</a:t>
            </a:r>
            <a:r>
              <a:rPr lang="en-US"/>
              <a:t> </a:t>
            </a:r>
            <a:r>
              <a:rPr lang="en-US" err="1"/>
              <a:t>anim</a:t>
            </a:r>
            <a:r>
              <a:rPr lang="en-US"/>
              <a:t> id </a:t>
            </a:r>
            <a:r>
              <a:rPr lang="en-US" err="1"/>
              <a:t>est</a:t>
            </a:r>
            <a:r>
              <a:rPr lang="en-US"/>
              <a:t> </a:t>
            </a:r>
            <a:r>
              <a:rPr lang="en-US" err="1"/>
              <a:t>laborum</a:t>
            </a:r>
            <a:r>
              <a:rPr lang="en-US"/>
              <a:t>. </a:t>
            </a:r>
            <a:r>
              <a:rPr lang="en-US" err="1"/>
              <a:t>Sed</a:t>
            </a:r>
            <a:r>
              <a:rPr lang="en-US"/>
              <a:t> </a:t>
            </a:r>
            <a:r>
              <a:rPr lang="en-US" err="1"/>
              <a:t>ut</a:t>
            </a:r>
            <a:r>
              <a:rPr lang="en-US"/>
              <a:t> </a:t>
            </a:r>
            <a:r>
              <a:rPr lang="en-US" err="1"/>
              <a:t>perspiciatis</a:t>
            </a:r>
            <a:r>
              <a:rPr lang="en-US"/>
              <a:t> </a:t>
            </a:r>
            <a:r>
              <a:rPr lang="en-US" err="1"/>
              <a:t>unde</a:t>
            </a:r>
            <a:r>
              <a:rPr lang="en-US"/>
              <a:t> </a:t>
            </a:r>
            <a:r>
              <a:rPr lang="en-US" err="1"/>
              <a:t>omnis</a:t>
            </a:r>
            <a:r>
              <a:rPr lang="en-US"/>
              <a:t> </a:t>
            </a:r>
            <a:r>
              <a:rPr lang="en-US" err="1"/>
              <a:t>iste</a:t>
            </a:r>
            <a:r>
              <a:rPr lang="en-US"/>
              <a:t> </a:t>
            </a:r>
            <a:r>
              <a:rPr lang="en-US" err="1"/>
              <a:t>natus</a:t>
            </a:r>
            <a:r>
              <a:rPr lang="en-US"/>
              <a:t> error sit </a:t>
            </a:r>
            <a:r>
              <a:rPr lang="en-US" err="1"/>
              <a:t>voluptatem</a:t>
            </a:r>
            <a:r>
              <a:rPr lang="en-US"/>
              <a:t> </a:t>
            </a:r>
            <a:r>
              <a:rPr lang="en-US" err="1"/>
              <a:t>accusantium</a:t>
            </a:r>
            <a:r>
              <a:rPr lang="en-US"/>
              <a:t> </a:t>
            </a:r>
            <a:r>
              <a:rPr lang="en-US" err="1"/>
              <a:t>doloremque</a:t>
            </a:r>
            <a:r>
              <a:rPr lang="en-US"/>
              <a:t> </a:t>
            </a:r>
            <a:r>
              <a:rPr lang="en-US" err="1"/>
              <a:t>laudantium</a:t>
            </a:r>
            <a:r>
              <a:rPr lang="en-US"/>
              <a:t>.</a:t>
            </a:r>
          </a:p>
          <a:p>
            <a:pPr lvl="2"/>
            <a:r>
              <a:rPr lang="en-US" err="1"/>
              <a:t>Totam</a:t>
            </a:r>
            <a:r>
              <a:rPr lang="en-US"/>
              <a:t> rem </a:t>
            </a:r>
            <a:r>
              <a:rPr lang="en-US" err="1"/>
              <a:t>aperiam</a:t>
            </a:r>
            <a:r>
              <a:rPr lang="en-US"/>
              <a:t>, </a:t>
            </a:r>
            <a:r>
              <a:rPr lang="en-US" err="1"/>
              <a:t>eaque</a:t>
            </a:r>
            <a:r>
              <a:rPr lang="en-US"/>
              <a:t> </a:t>
            </a:r>
            <a:r>
              <a:rPr lang="en-US" err="1"/>
              <a:t>ipsa</a:t>
            </a:r>
            <a:r>
              <a:rPr lang="en-US"/>
              <a:t> quae ab </a:t>
            </a:r>
            <a:r>
              <a:rPr lang="en-US" err="1"/>
              <a:t>illo</a:t>
            </a:r>
            <a:r>
              <a:rPr lang="en-US"/>
              <a:t> </a:t>
            </a:r>
            <a:r>
              <a:rPr lang="en-US" err="1"/>
              <a:t>inventore</a:t>
            </a:r>
            <a:r>
              <a:rPr lang="en-US"/>
              <a:t> </a:t>
            </a:r>
            <a:r>
              <a:rPr lang="en-US" err="1"/>
              <a:t>veritatis</a:t>
            </a:r>
            <a:r>
              <a:rPr lang="en-US"/>
              <a:t> et quasi </a:t>
            </a:r>
            <a:r>
              <a:rPr lang="en-US" err="1"/>
              <a:t>architecto</a:t>
            </a:r>
            <a:r>
              <a:rPr lang="en-US"/>
              <a:t> </a:t>
            </a:r>
            <a:r>
              <a:rPr lang="en-US" err="1"/>
              <a:t>beatae</a:t>
            </a:r>
            <a:r>
              <a:rPr lang="en-US"/>
              <a:t> vitae dicta </a:t>
            </a:r>
            <a:r>
              <a:rPr lang="en-US" err="1"/>
              <a:t>sunt</a:t>
            </a:r>
            <a:r>
              <a:rPr lang="en-US"/>
              <a:t> </a:t>
            </a:r>
            <a:r>
              <a:rPr lang="en-US" err="1"/>
              <a:t>explicabo</a:t>
            </a:r>
            <a:r>
              <a:rPr lang="en-US"/>
              <a:t>. Nemo </a:t>
            </a:r>
            <a:r>
              <a:rPr lang="en-US" err="1"/>
              <a:t>enim</a:t>
            </a:r>
            <a:r>
              <a:rPr lang="en-US"/>
              <a:t> </a:t>
            </a:r>
            <a:r>
              <a:rPr lang="en-US" err="1"/>
              <a:t>ipsam</a:t>
            </a:r>
            <a:r>
              <a:rPr lang="en-US"/>
              <a:t> </a:t>
            </a:r>
            <a:r>
              <a:rPr lang="en-US" err="1"/>
              <a:t>voluptatem</a:t>
            </a:r>
            <a:r>
              <a:rPr lang="en-US"/>
              <a:t> </a:t>
            </a:r>
            <a:r>
              <a:rPr lang="en-US" err="1"/>
              <a:t>quia</a:t>
            </a:r>
            <a:r>
              <a:rPr lang="en-US"/>
              <a:t> </a:t>
            </a:r>
            <a:r>
              <a:rPr lang="en-US" err="1"/>
              <a:t>voluptas</a:t>
            </a:r>
            <a:r>
              <a:rPr lang="en-US"/>
              <a:t> sit </a:t>
            </a:r>
            <a:r>
              <a:rPr lang="en-US" err="1"/>
              <a:t>aspernatur</a:t>
            </a:r>
            <a:r>
              <a:rPr lang="en-US"/>
              <a:t> </a:t>
            </a:r>
            <a:r>
              <a:rPr lang="en-US" err="1"/>
              <a:t>aut</a:t>
            </a:r>
            <a:r>
              <a:rPr lang="en-US"/>
              <a:t> </a:t>
            </a:r>
            <a:r>
              <a:rPr lang="en-US" err="1"/>
              <a:t>odit</a:t>
            </a:r>
            <a:r>
              <a:rPr lang="en-US"/>
              <a:t> </a:t>
            </a:r>
            <a:r>
              <a:rPr lang="en-US" err="1"/>
              <a:t>aut</a:t>
            </a:r>
            <a:r>
              <a:rPr lang="en-US"/>
              <a:t> fugit, </a:t>
            </a:r>
            <a:r>
              <a:rPr lang="en-US" err="1"/>
              <a:t>sed</a:t>
            </a:r>
            <a:r>
              <a:rPr lang="en-US"/>
              <a:t> </a:t>
            </a:r>
            <a:r>
              <a:rPr lang="en-US" err="1"/>
              <a:t>quia</a:t>
            </a:r>
            <a:r>
              <a:rPr lang="en-US"/>
              <a:t> </a:t>
            </a:r>
            <a:r>
              <a:rPr lang="en-US" err="1"/>
              <a:t>consequuntur</a:t>
            </a:r>
            <a:r>
              <a:rPr lang="en-US"/>
              <a:t> </a:t>
            </a:r>
            <a:r>
              <a:rPr lang="en-US" err="1"/>
              <a:t>magni</a:t>
            </a:r>
            <a:r>
              <a:rPr lang="en-US"/>
              <a:t> </a:t>
            </a:r>
            <a:r>
              <a:rPr lang="en-US" err="1"/>
              <a:t>dolores</a:t>
            </a:r>
            <a:r>
              <a:rPr lang="en-US"/>
              <a:t> </a:t>
            </a:r>
            <a:r>
              <a:rPr lang="en-US" err="1"/>
              <a:t>eos</a:t>
            </a:r>
            <a:endParaRPr lang="en-US"/>
          </a:p>
          <a:p>
            <a:pPr lvl="0"/>
            <a:r>
              <a:rPr lang="en-US"/>
              <a:t>Qui </a:t>
            </a:r>
            <a:r>
              <a:rPr lang="en-US" err="1"/>
              <a:t>ratione</a:t>
            </a:r>
            <a:r>
              <a:rPr lang="en-US"/>
              <a:t> </a:t>
            </a:r>
            <a:r>
              <a:rPr lang="en-US" err="1"/>
              <a:t>voluptatem</a:t>
            </a:r>
            <a:r>
              <a:rPr lang="en-US"/>
              <a:t> </a:t>
            </a:r>
            <a:r>
              <a:rPr lang="en-US" err="1"/>
              <a:t>sequi</a:t>
            </a:r>
            <a:r>
              <a:rPr lang="en-US"/>
              <a:t> </a:t>
            </a:r>
            <a:r>
              <a:rPr lang="en-US" err="1"/>
              <a:t>nesciunt</a:t>
            </a:r>
            <a:r>
              <a:rPr lang="en-US"/>
              <a:t>. </a:t>
            </a:r>
            <a:r>
              <a:rPr lang="en-US" err="1"/>
              <a:t>Neque</a:t>
            </a:r>
            <a:r>
              <a:rPr lang="en-US"/>
              <a:t> </a:t>
            </a:r>
            <a:r>
              <a:rPr lang="en-US" err="1"/>
              <a:t>porro</a:t>
            </a:r>
            <a:r>
              <a:rPr lang="en-US"/>
              <a:t> </a:t>
            </a:r>
            <a:r>
              <a:rPr lang="en-US" err="1"/>
              <a:t>quisquam</a:t>
            </a:r>
            <a:r>
              <a:rPr lang="en-US"/>
              <a:t> </a:t>
            </a:r>
            <a:r>
              <a:rPr lang="en-US" err="1"/>
              <a:t>est</a:t>
            </a:r>
            <a:r>
              <a:rPr lang="en-US"/>
              <a:t>, qui </a:t>
            </a:r>
            <a:r>
              <a:rPr lang="en-US" err="1"/>
              <a:t>dolorem</a:t>
            </a:r>
            <a:r>
              <a:rPr lang="en-US"/>
              <a:t> ipsum </a:t>
            </a:r>
            <a:r>
              <a:rPr lang="en-US" err="1"/>
              <a:t>quia</a:t>
            </a:r>
            <a:r>
              <a:rPr lang="en-US"/>
              <a:t> dolor sit </a:t>
            </a:r>
            <a:r>
              <a:rPr lang="en-US" err="1"/>
              <a:t>amet</a:t>
            </a:r>
            <a:r>
              <a:rPr lang="en-US"/>
              <a:t>, </a:t>
            </a:r>
            <a:r>
              <a:rPr lang="en-US" err="1"/>
              <a:t>consectetur</a:t>
            </a:r>
            <a:r>
              <a:rPr lang="en-US"/>
              <a:t>, </a:t>
            </a:r>
            <a:r>
              <a:rPr lang="en-US" err="1"/>
              <a:t>adipisci</a:t>
            </a:r>
            <a:r>
              <a:rPr lang="en-US"/>
              <a:t> </a:t>
            </a:r>
            <a:r>
              <a:rPr lang="en-US" err="1"/>
              <a:t>velit</a:t>
            </a:r>
            <a:r>
              <a:rPr lang="en-US"/>
              <a:t>, </a:t>
            </a:r>
            <a:r>
              <a:rPr lang="en-US" err="1"/>
              <a:t>sed</a:t>
            </a:r>
            <a:r>
              <a:rPr lang="en-US"/>
              <a:t> </a:t>
            </a:r>
            <a:r>
              <a:rPr lang="en-US" err="1"/>
              <a:t>quia</a:t>
            </a:r>
            <a:r>
              <a:rPr lang="en-US"/>
              <a:t> non </a:t>
            </a:r>
            <a:r>
              <a:rPr lang="en-US" err="1"/>
              <a:t>numquam</a:t>
            </a:r>
            <a:r>
              <a:rPr lang="en-US"/>
              <a:t> </a:t>
            </a:r>
            <a:r>
              <a:rPr lang="en-US" err="1"/>
              <a:t>eius</a:t>
            </a:r>
            <a:r>
              <a:rPr lang="en-US"/>
              <a:t> </a:t>
            </a:r>
            <a:r>
              <a:rPr lang="en-US" err="1"/>
              <a:t>modi</a:t>
            </a:r>
            <a:r>
              <a:rPr lang="en-US"/>
              <a:t> </a:t>
            </a:r>
            <a:r>
              <a:rPr lang="en-US" err="1"/>
              <a:t>tempora</a:t>
            </a:r>
            <a:r>
              <a:rPr lang="en-US"/>
              <a:t> </a:t>
            </a:r>
            <a:r>
              <a:rPr lang="en-US" err="1"/>
              <a:t>incidunt</a:t>
            </a:r>
            <a:r>
              <a:rPr lang="en-US"/>
              <a:t> </a:t>
            </a:r>
            <a:r>
              <a:rPr lang="en-US" err="1"/>
              <a:t>ut</a:t>
            </a:r>
            <a:r>
              <a:rPr lang="en-US"/>
              <a:t> </a:t>
            </a:r>
            <a:r>
              <a:rPr lang="en-US" err="1"/>
              <a:t>labore</a:t>
            </a:r>
            <a:r>
              <a:rPr lang="en-US"/>
              <a:t> et </a:t>
            </a:r>
            <a:r>
              <a:rPr lang="en-US" err="1"/>
              <a:t>dolore</a:t>
            </a:r>
            <a:r>
              <a:rPr lang="en-US"/>
              <a:t> </a:t>
            </a:r>
            <a:r>
              <a:rPr lang="en-US" err="1"/>
              <a:t>magnam</a:t>
            </a:r>
            <a:r>
              <a:rPr lang="en-US"/>
              <a:t> </a:t>
            </a:r>
            <a:r>
              <a:rPr lang="en-US" err="1"/>
              <a:t>aliquam</a:t>
            </a:r>
            <a:r>
              <a:rPr lang="en-US"/>
              <a:t> </a:t>
            </a:r>
            <a:r>
              <a:rPr lang="en-US" err="1"/>
              <a:t>quaerat</a:t>
            </a:r>
            <a:r>
              <a:rPr lang="en-US"/>
              <a:t> </a:t>
            </a:r>
            <a:r>
              <a:rPr lang="en-US" err="1"/>
              <a:t>voluptatem</a:t>
            </a:r>
            <a:r>
              <a:rPr lang="en-US"/>
              <a:t>.</a:t>
            </a:r>
          </a:p>
        </p:txBody>
      </p:sp>
      <p:sp>
        <p:nvSpPr>
          <p:cNvPr id="16" name="Slide Number Placeholder 5"/>
          <p:cNvSpPr txBox="1">
            <a:spLocks/>
          </p:cNvSpPr>
          <p:nvPr userDrawn="1"/>
        </p:nvSpPr>
        <p:spPr>
          <a:xfrm>
            <a:off x="464594" y="6546567"/>
            <a:ext cx="682256" cy="215444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800" kern="1200">
                <a:solidFill>
                  <a:srgbClr val="053061"/>
                </a:solidFill>
                <a:latin typeface="Georgia" charset="0"/>
                <a:ea typeface="Georgia" charset="0"/>
                <a:cs typeface="Georgia" charset="0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A285110E-A93C-E24B-BA01-8EFF0EF70079}" type="slidenum">
              <a:rPr lang="en-US" b="1" smtClean="0">
                <a:solidFill>
                  <a:schemeClr val="tx1"/>
                </a:solidFill>
                <a:latin typeface="+mn-lt"/>
              </a:rPr>
              <a:pPr/>
              <a:t>‹#›</a:t>
            </a:fld>
            <a:endParaRPr lang="en-US" b="1">
              <a:solidFill>
                <a:schemeClr val="tx1"/>
              </a:solidFill>
              <a:latin typeface="+mn-lt"/>
            </a:endParaRPr>
          </a:p>
        </p:txBody>
      </p:sp>
      <p:sp>
        <p:nvSpPr>
          <p:cNvPr id="17" name="TextBox 16"/>
          <p:cNvSpPr txBox="1"/>
          <p:nvPr userDrawn="1"/>
        </p:nvSpPr>
        <p:spPr>
          <a:xfrm>
            <a:off x="805722" y="6546567"/>
            <a:ext cx="2361408" cy="215444"/>
          </a:xfrm>
          <a:prstGeom prst="rect">
            <a:avLst/>
          </a:prstGeom>
          <a:noFill/>
        </p:spPr>
        <p:txBody>
          <a:bodyPr wrap="square" lIns="0" tIns="0" rIns="0" bIns="0" rtlCol="0" anchor="ctr">
            <a:noAutofit/>
          </a:bodyPr>
          <a:lstStyle/>
          <a:p>
            <a:r>
              <a:rPr lang="en-US" sz="800">
                <a:solidFill>
                  <a:schemeClr val="tx1"/>
                </a:solidFill>
                <a:latin typeface="+mn-lt"/>
                <a:ea typeface="Georgia" charset="0"/>
                <a:cs typeface="Georgia" charset="0"/>
              </a:rPr>
              <a:t>© 2020 Copyright Genpact. All Rights Reserved.</a:t>
            </a:r>
          </a:p>
        </p:txBody>
      </p:sp>
      <p:sp>
        <p:nvSpPr>
          <p:cNvPr id="33" name="Text Placeholder 22"/>
          <p:cNvSpPr>
            <a:spLocks noGrp="1"/>
          </p:cNvSpPr>
          <p:nvPr>
            <p:ph type="body" sz="quarter" idx="11" hasCustomPrompt="1"/>
          </p:nvPr>
        </p:nvSpPr>
        <p:spPr>
          <a:xfrm>
            <a:off x="460744" y="471715"/>
            <a:ext cx="11272262" cy="533400"/>
          </a:xfrm>
          <a:prstGeom prst="rect">
            <a:avLst/>
          </a:prstGeom>
        </p:spPr>
        <p:txBody>
          <a:bodyPr lIns="0" anchor="t"/>
          <a:lstStyle>
            <a:lvl1pPr>
              <a:defRPr sz="3000">
                <a:solidFill>
                  <a:srgbClr val="063161"/>
                </a:solidFill>
                <a:latin typeface="Georgia" panose="02040502050405020303" pitchFamily="18" charset="0"/>
              </a:defRPr>
            </a:lvl1pPr>
          </a:lstStyle>
          <a:p>
            <a:pPr lvl="0"/>
            <a:r>
              <a:rPr lang="en-US"/>
              <a:t>Content slide title goes here</a:t>
            </a:r>
          </a:p>
        </p:txBody>
      </p:sp>
      <p:sp>
        <p:nvSpPr>
          <p:cNvPr id="34" name="Text Placeholder 22"/>
          <p:cNvSpPr>
            <a:spLocks noGrp="1"/>
          </p:cNvSpPr>
          <p:nvPr>
            <p:ph type="body" sz="quarter" idx="12" hasCustomPrompt="1"/>
          </p:nvPr>
        </p:nvSpPr>
        <p:spPr>
          <a:xfrm>
            <a:off x="460744" y="976087"/>
            <a:ext cx="11274056" cy="533400"/>
          </a:xfrm>
          <a:prstGeom prst="rect">
            <a:avLst/>
          </a:prstGeom>
        </p:spPr>
        <p:txBody>
          <a:bodyPr lIns="0" anchor="t"/>
          <a:lstStyle>
            <a:lvl1pPr>
              <a:defRPr sz="2200">
                <a:solidFill>
                  <a:srgbClr val="063161"/>
                </a:solidFill>
                <a:latin typeface="Georgia" panose="02040502050405020303" pitchFamily="18" charset="0"/>
              </a:defRPr>
            </a:lvl1pPr>
          </a:lstStyle>
          <a:p>
            <a:pPr lvl="0"/>
            <a:r>
              <a:rPr lang="en-US"/>
              <a:t>Lorem ipsum dolor sit </a:t>
            </a:r>
            <a:r>
              <a:rPr lang="en-US" err="1"/>
              <a:t>amet</a:t>
            </a:r>
            <a:r>
              <a:rPr lang="en-US"/>
              <a:t>, </a:t>
            </a:r>
            <a:r>
              <a:rPr lang="en-US" err="1"/>
              <a:t>consectetur</a:t>
            </a:r>
            <a:r>
              <a:rPr lang="en-US"/>
              <a:t> </a:t>
            </a:r>
            <a:r>
              <a:rPr lang="en-US" err="1"/>
              <a:t>adipisicing</a:t>
            </a:r>
            <a:r>
              <a:rPr lang="en-US"/>
              <a:t> </a:t>
            </a:r>
            <a:r>
              <a:rPr lang="en-US" err="1"/>
              <a:t>elit</a:t>
            </a:r>
            <a:endParaRPr lang="en-US"/>
          </a:p>
        </p:txBody>
      </p:sp>
      <p:pic>
        <p:nvPicPr>
          <p:cNvPr id="8" name="Picture 2">
            <a:extLst>
              <a:ext uri="{FF2B5EF4-FFF2-40B4-BE49-F238E27FC236}">
                <a16:creationId xmlns:a16="http://schemas.microsoft.com/office/drawing/2014/main" id="{1C06C7D2-76A2-4FA7-8219-FAC568E935F8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10894219" y="6463445"/>
            <a:ext cx="838200" cy="30827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687191326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2_Pointer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Slide Number Placeholder 5"/>
          <p:cNvSpPr txBox="1">
            <a:spLocks/>
          </p:cNvSpPr>
          <p:nvPr userDrawn="1"/>
        </p:nvSpPr>
        <p:spPr>
          <a:xfrm>
            <a:off x="464594" y="6546567"/>
            <a:ext cx="682256" cy="215444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800" kern="1200">
                <a:solidFill>
                  <a:srgbClr val="053061"/>
                </a:solidFill>
                <a:latin typeface="Georgia" charset="0"/>
                <a:ea typeface="Georgia" charset="0"/>
                <a:cs typeface="Georgia" charset="0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A285110E-A93C-E24B-BA01-8EFF0EF70079}" type="slidenum">
              <a:rPr lang="en-US" b="1" smtClean="0">
                <a:solidFill>
                  <a:schemeClr val="tx1"/>
                </a:solidFill>
                <a:latin typeface="+mn-lt"/>
              </a:rPr>
              <a:pPr/>
              <a:t>‹#›</a:t>
            </a:fld>
            <a:endParaRPr lang="en-US" b="1">
              <a:solidFill>
                <a:schemeClr val="tx1"/>
              </a:solidFill>
              <a:latin typeface="+mn-lt"/>
            </a:endParaRPr>
          </a:p>
        </p:txBody>
      </p:sp>
      <p:sp>
        <p:nvSpPr>
          <p:cNvPr id="33" name="Text Placeholder 22"/>
          <p:cNvSpPr>
            <a:spLocks noGrp="1"/>
          </p:cNvSpPr>
          <p:nvPr>
            <p:ph type="body" sz="quarter" idx="11" hasCustomPrompt="1"/>
          </p:nvPr>
        </p:nvSpPr>
        <p:spPr>
          <a:xfrm>
            <a:off x="457200" y="471715"/>
            <a:ext cx="11277600" cy="533400"/>
          </a:xfrm>
          <a:prstGeom prst="rect">
            <a:avLst/>
          </a:prstGeom>
        </p:spPr>
        <p:txBody>
          <a:bodyPr lIns="0" rIns="0" anchor="t" anchorCtr="0"/>
          <a:lstStyle>
            <a:lvl1pPr>
              <a:defRPr sz="3000">
                <a:solidFill>
                  <a:schemeClr val="tx1"/>
                </a:solidFill>
                <a:latin typeface="Georgia" panose="02040502050405020303" pitchFamily="18" charset="0"/>
              </a:defRPr>
            </a:lvl1pPr>
          </a:lstStyle>
          <a:p>
            <a:pPr lvl="0"/>
            <a:r>
              <a:rPr lang="en-US"/>
              <a:t>Content slide title goes here</a:t>
            </a:r>
          </a:p>
        </p:txBody>
      </p:sp>
      <p:sp>
        <p:nvSpPr>
          <p:cNvPr id="34" name="Text Placeholder 22"/>
          <p:cNvSpPr>
            <a:spLocks noGrp="1"/>
          </p:cNvSpPr>
          <p:nvPr>
            <p:ph type="body" sz="quarter" idx="12" hasCustomPrompt="1"/>
          </p:nvPr>
        </p:nvSpPr>
        <p:spPr>
          <a:xfrm>
            <a:off x="457200" y="976087"/>
            <a:ext cx="11277600" cy="533400"/>
          </a:xfrm>
          <a:prstGeom prst="rect">
            <a:avLst/>
          </a:prstGeom>
        </p:spPr>
        <p:txBody>
          <a:bodyPr lIns="0" rIns="0" anchor="t" anchorCtr="0"/>
          <a:lstStyle>
            <a:lvl1pPr>
              <a:defRPr sz="2200">
                <a:solidFill>
                  <a:schemeClr val="tx1"/>
                </a:solidFill>
                <a:latin typeface="Georgia" panose="02040502050405020303" pitchFamily="18" charset="0"/>
              </a:defRPr>
            </a:lvl1pPr>
          </a:lstStyle>
          <a:p>
            <a:pPr lvl="0"/>
            <a:r>
              <a:rPr lang="en-US"/>
              <a:t>Lorem ipsum dolor sit </a:t>
            </a:r>
            <a:r>
              <a:rPr lang="en-US" err="1"/>
              <a:t>amet</a:t>
            </a:r>
            <a:r>
              <a:rPr lang="en-US"/>
              <a:t>, </a:t>
            </a:r>
            <a:r>
              <a:rPr lang="en-US" err="1"/>
              <a:t>consectetur</a:t>
            </a:r>
            <a:r>
              <a:rPr lang="en-US"/>
              <a:t> </a:t>
            </a:r>
            <a:r>
              <a:rPr lang="en-US" err="1"/>
              <a:t>adipisicing</a:t>
            </a:r>
            <a:r>
              <a:rPr lang="en-US"/>
              <a:t> </a:t>
            </a:r>
            <a:r>
              <a:rPr lang="en-US" err="1"/>
              <a:t>elit</a:t>
            </a:r>
            <a:endParaRPr lang="en-US"/>
          </a:p>
        </p:txBody>
      </p:sp>
      <p:sp>
        <p:nvSpPr>
          <p:cNvPr id="7" name="TextBox 6"/>
          <p:cNvSpPr txBox="1"/>
          <p:nvPr userDrawn="1"/>
        </p:nvSpPr>
        <p:spPr>
          <a:xfrm>
            <a:off x="805722" y="6546567"/>
            <a:ext cx="2361408" cy="215444"/>
          </a:xfrm>
          <a:prstGeom prst="rect">
            <a:avLst/>
          </a:prstGeom>
          <a:noFill/>
        </p:spPr>
        <p:txBody>
          <a:bodyPr wrap="square" lIns="0" tIns="0" rIns="0" bIns="0" rtlCol="0" anchor="ctr">
            <a:noAutofit/>
          </a:bodyPr>
          <a:lstStyle/>
          <a:p>
            <a:r>
              <a:rPr lang="en-US" sz="800">
                <a:solidFill>
                  <a:schemeClr val="tx1"/>
                </a:solidFill>
                <a:latin typeface="+mn-lt"/>
                <a:ea typeface="Georgia" charset="0"/>
                <a:cs typeface="Georgia" charset="0"/>
              </a:rPr>
              <a:t>© 2020 Copyright Genpact. All Rights Reserved.</a:t>
            </a:r>
          </a:p>
        </p:txBody>
      </p:sp>
      <p:pic>
        <p:nvPicPr>
          <p:cNvPr id="9" name="Picture 2">
            <a:extLst>
              <a:ext uri="{FF2B5EF4-FFF2-40B4-BE49-F238E27FC236}">
                <a16:creationId xmlns:a16="http://schemas.microsoft.com/office/drawing/2014/main" id="{FAF602A9-DD3C-4252-85E0-54E035051C43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10894219" y="6463445"/>
            <a:ext cx="838200" cy="30827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3907501767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2" pos="288">
          <p15:clr>
            <a:srgbClr val="FBAE40"/>
          </p15:clr>
        </p15:guide>
        <p15:guide id="3" pos="7392">
          <p15:clr>
            <a:srgbClr val="FBAE40"/>
          </p15:clr>
        </p15:guide>
        <p15:guide id="5" orient="horz" pos="288">
          <p15:clr>
            <a:srgbClr val="FBAE40"/>
          </p15:clr>
        </p15:guide>
        <p15:guide id="6" orient="horz" pos="4032">
          <p15:clr>
            <a:srgbClr val="FBAE40"/>
          </p15:clr>
        </p15:guide>
      </p15:sldGuideLst>
    </p:ext>
  </p:extLst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Agenda Slide Option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3" name="Picture 22"/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525" y="0"/>
            <a:ext cx="12188950" cy="6857999"/>
          </a:xfrm>
          <a:prstGeom prst="rect">
            <a:avLst/>
          </a:prstGeom>
        </p:spPr>
      </p:pic>
      <p:pic>
        <p:nvPicPr>
          <p:cNvPr id="26" name="Picture 25"/>
          <p:cNvPicPr>
            <a:picLocks noChangeAspect="1"/>
          </p:cNvPicPr>
          <p:nvPr userDrawn="1"/>
        </p:nvPicPr>
        <p:blipFill>
          <a:blip r:embed="rId4"/>
          <a:stretch>
            <a:fillRect/>
          </a:stretch>
        </p:blipFill>
        <p:spPr>
          <a:xfrm>
            <a:off x="10893034" y="6462131"/>
            <a:ext cx="839972" cy="309081"/>
          </a:xfrm>
          <a:prstGeom prst="rect">
            <a:avLst/>
          </a:prstGeom>
        </p:spPr>
      </p:pic>
      <p:sp>
        <p:nvSpPr>
          <p:cNvPr id="29" name="Text Placeholder 28"/>
          <p:cNvSpPr>
            <a:spLocks noGrp="1"/>
          </p:cNvSpPr>
          <p:nvPr>
            <p:ph type="body" sz="quarter" idx="10" hasCustomPrompt="1"/>
          </p:nvPr>
        </p:nvSpPr>
        <p:spPr>
          <a:xfrm>
            <a:off x="464594" y="685800"/>
            <a:ext cx="3276600" cy="609600"/>
          </a:xfrm>
          <a:prstGeom prst="rect">
            <a:avLst/>
          </a:prstGeom>
        </p:spPr>
        <p:txBody>
          <a:bodyPr/>
          <a:lstStyle>
            <a:lvl1pPr>
              <a:defRPr sz="3200">
                <a:solidFill>
                  <a:schemeClr val="accent6"/>
                </a:solidFill>
              </a:defRPr>
            </a:lvl1pPr>
          </a:lstStyle>
          <a:p>
            <a:pPr lvl="0"/>
            <a:r>
              <a:rPr lang="en-US"/>
              <a:t>Agenda opt 3</a:t>
            </a:r>
            <a:endParaRPr lang="en-IN"/>
          </a:p>
        </p:txBody>
      </p:sp>
      <p:sp>
        <p:nvSpPr>
          <p:cNvPr id="32" name="Text Placeholder 31"/>
          <p:cNvSpPr>
            <a:spLocks noGrp="1"/>
          </p:cNvSpPr>
          <p:nvPr>
            <p:ph type="body" sz="quarter" idx="11" hasCustomPrompt="1"/>
          </p:nvPr>
        </p:nvSpPr>
        <p:spPr>
          <a:xfrm>
            <a:off x="464594" y="1828800"/>
            <a:ext cx="10283434" cy="3429000"/>
          </a:xfrm>
          <a:prstGeom prst="rect">
            <a:avLst/>
          </a:prstGeom>
        </p:spPr>
        <p:txBody>
          <a:bodyPr/>
          <a:lstStyle>
            <a:lvl1pPr>
              <a:defRPr sz="2000">
                <a:solidFill>
                  <a:schemeClr val="accent6"/>
                </a:solidFill>
              </a:defRPr>
            </a:lvl1pPr>
            <a:lvl2pPr>
              <a:defRPr sz="2000">
                <a:solidFill>
                  <a:schemeClr val="tx2"/>
                </a:solidFill>
              </a:defRPr>
            </a:lvl2pPr>
            <a:lvl3pPr>
              <a:defRPr sz="2000">
                <a:solidFill>
                  <a:schemeClr val="tx2"/>
                </a:solidFill>
              </a:defRPr>
            </a:lvl3pPr>
            <a:lvl4pPr>
              <a:defRPr sz="2000">
                <a:solidFill>
                  <a:schemeClr val="tx2"/>
                </a:solidFill>
              </a:defRPr>
            </a:lvl4pPr>
            <a:lvl5pPr>
              <a:defRPr sz="2000">
                <a:solidFill>
                  <a:schemeClr val="tx2"/>
                </a:solidFill>
              </a:defRPr>
            </a:lvl5pPr>
          </a:lstStyle>
          <a:p>
            <a:pPr lvl="0"/>
            <a:r>
              <a:rPr lang="en-US"/>
              <a:t>Lorem ipsum dolor sit </a:t>
            </a:r>
            <a:r>
              <a:rPr lang="en-US" err="1"/>
              <a:t>amet</a:t>
            </a:r>
            <a:r>
              <a:rPr lang="en-US"/>
              <a:t>					1</a:t>
            </a:r>
          </a:p>
        </p:txBody>
      </p:sp>
      <p:sp>
        <p:nvSpPr>
          <p:cNvPr id="42" name="TextBox 41"/>
          <p:cNvSpPr txBox="1"/>
          <p:nvPr userDrawn="1"/>
        </p:nvSpPr>
        <p:spPr>
          <a:xfrm>
            <a:off x="458994" y="6565342"/>
            <a:ext cx="2361408" cy="215444"/>
          </a:xfrm>
          <a:prstGeom prst="rect">
            <a:avLst/>
          </a:prstGeom>
          <a:noFill/>
        </p:spPr>
        <p:txBody>
          <a:bodyPr wrap="square" lIns="0" tIns="0" rIns="0" bIns="0" rtlCol="0" anchor="ctr">
            <a:noAutofit/>
          </a:bodyPr>
          <a:lstStyle/>
          <a:p>
            <a:r>
              <a:rPr lang="en-US" sz="800">
                <a:solidFill>
                  <a:srgbClr val="1F497D"/>
                </a:solidFill>
                <a:latin typeface="Calibri" panose="020F0502020204030204" pitchFamily="34" charset="0"/>
                <a:ea typeface="Georgia" charset="0"/>
                <a:cs typeface="Georgia" charset="0"/>
              </a:rPr>
              <a:t>® 2025 Copyright Genpact. All Rights Reserved.</a:t>
            </a: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101034050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slideLayout" Target="../slideLayouts/slideLayout18.xml"/><Relationship Id="rId3" Type="http://schemas.openxmlformats.org/officeDocument/2006/relationships/slideLayout" Target="../slideLayouts/slideLayout3.xml"/><Relationship Id="rId21" Type="http://schemas.openxmlformats.org/officeDocument/2006/relationships/slideLayout" Target="../slideLayouts/slideLayout21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0" Type="http://schemas.openxmlformats.org/officeDocument/2006/relationships/slideLayout" Target="../slideLayouts/slideLayout20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24" Type="http://schemas.openxmlformats.org/officeDocument/2006/relationships/image" Target="../media/image1.png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23" Type="http://schemas.openxmlformats.org/officeDocument/2006/relationships/theme" Target="../theme/theme1.xml"/><Relationship Id="rId10" Type="http://schemas.openxmlformats.org/officeDocument/2006/relationships/slideLayout" Target="../slideLayouts/slideLayout10.xml"/><Relationship Id="rId19" Type="http://schemas.openxmlformats.org/officeDocument/2006/relationships/slideLayout" Target="../slideLayouts/slideLayout19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Relationship Id="rId22" Type="http://schemas.openxmlformats.org/officeDocument/2006/relationships/slideLayout" Target="../slideLayouts/slideLayout22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 noChangeArrowheads="1"/>
          </p:cNvPicPr>
          <p:nvPr userDrawn="1"/>
        </p:nvPicPr>
        <p:blipFill rotWithShape="1">
          <a:blip r:embed="rId24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 bwMode="auto">
          <a:xfrm>
            <a:off x="0" y="1"/>
            <a:ext cx="12192000" cy="68580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252284232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72" r:id="rId12"/>
    <p:sldLayoutId id="2147483673" r:id="rId13"/>
    <p:sldLayoutId id="2147483674" r:id="rId14"/>
    <p:sldLayoutId id="2147483675" r:id="rId15"/>
    <p:sldLayoutId id="2147483676" r:id="rId16"/>
    <p:sldLayoutId id="2147483677" r:id="rId17"/>
    <p:sldLayoutId id="2147483678" r:id="rId18"/>
    <p:sldLayoutId id="2147483679" r:id="rId19"/>
    <p:sldLayoutId id="2147483680" r:id="rId20"/>
    <p:sldLayoutId id="2147483681" r:id="rId21"/>
    <p:sldLayoutId id="2147483682" r:id="rId22"/>
  </p:sldLayoutIdLst>
  <p:hf hdr="0" ftr="0" dt="0"/>
  <p:txStyles>
    <p:titleStyle>
      <a:lvl1pPr eaLnBrk="1" hangingPunct="1">
        <a:defRPr>
          <a:latin typeface="+mj-lt"/>
          <a:ea typeface="+mj-ea"/>
          <a:cs typeface="+mj-cs"/>
        </a:defRPr>
      </a:lvl1pPr>
    </p:titleStyle>
    <p:bodyStyle>
      <a:lvl1pPr marL="0" eaLnBrk="1" hangingPunct="1">
        <a:defRPr>
          <a:latin typeface="+mn-lt"/>
          <a:ea typeface="+mn-ea"/>
          <a:cs typeface="+mn-cs"/>
        </a:defRPr>
      </a:lvl1pPr>
      <a:lvl2pPr marL="457200" eaLnBrk="1" hangingPunct="1">
        <a:defRPr>
          <a:latin typeface="+mn-lt"/>
          <a:ea typeface="+mn-ea"/>
          <a:cs typeface="+mn-cs"/>
        </a:defRPr>
      </a:lvl2pPr>
      <a:lvl3pPr marL="914400" eaLnBrk="1" hangingPunct="1">
        <a:defRPr>
          <a:latin typeface="+mn-lt"/>
          <a:ea typeface="+mn-ea"/>
          <a:cs typeface="+mn-cs"/>
        </a:defRPr>
      </a:lvl3pPr>
      <a:lvl4pPr marL="1371600" eaLnBrk="1" hangingPunct="1">
        <a:defRPr>
          <a:latin typeface="+mn-lt"/>
          <a:ea typeface="+mn-ea"/>
          <a:cs typeface="+mn-cs"/>
        </a:defRPr>
      </a:lvl4pPr>
      <a:lvl5pPr marL="1828800" eaLnBrk="1" hangingPunct="1">
        <a:defRPr>
          <a:latin typeface="+mn-lt"/>
          <a:ea typeface="+mn-ea"/>
          <a:cs typeface="+mn-cs"/>
        </a:defRPr>
      </a:lvl5pPr>
      <a:lvl6pPr marL="2286000" eaLnBrk="1" hangingPunct="1">
        <a:defRPr>
          <a:latin typeface="+mn-lt"/>
          <a:ea typeface="+mn-ea"/>
          <a:cs typeface="+mn-cs"/>
        </a:defRPr>
      </a:lvl6pPr>
      <a:lvl7pPr marL="2743200" eaLnBrk="1" hangingPunct="1">
        <a:defRPr>
          <a:latin typeface="+mn-lt"/>
          <a:ea typeface="+mn-ea"/>
          <a:cs typeface="+mn-cs"/>
        </a:defRPr>
      </a:lvl7pPr>
      <a:lvl8pPr marL="3200400" eaLnBrk="1" hangingPunct="1">
        <a:defRPr>
          <a:latin typeface="+mn-lt"/>
          <a:ea typeface="+mn-ea"/>
          <a:cs typeface="+mn-cs"/>
        </a:defRPr>
      </a:lvl8pPr>
      <a:lvl9pPr marL="3657600" eaLnBrk="1" hangingPunct="1">
        <a:defRPr>
          <a:latin typeface="+mn-lt"/>
          <a:ea typeface="+mn-ea"/>
          <a:cs typeface="+mn-cs"/>
        </a:defRPr>
      </a:lvl9pPr>
    </p:bodyStyle>
    <p:otherStyle>
      <a:lvl1pPr marL="0" eaLnBrk="1" hangingPunct="1">
        <a:defRPr>
          <a:latin typeface="+mn-lt"/>
          <a:ea typeface="+mn-ea"/>
          <a:cs typeface="+mn-cs"/>
        </a:defRPr>
      </a:lvl1pPr>
      <a:lvl2pPr marL="457200" eaLnBrk="1" hangingPunct="1">
        <a:defRPr>
          <a:latin typeface="+mn-lt"/>
          <a:ea typeface="+mn-ea"/>
          <a:cs typeface="+mn-cs"/>
        </a:defRPr>
      </a:lvl2pPr>
      <a:lvl3pPr marL="914400" eaLnBrk="1" hangingPunct="1">
        <a:defRPr>
          <a:latin typeface="+mn-lt"/>
          <a:ea typeface="+mn-ea"/>
          <a:cs typeface="+mn-cs"/>
        </a:defRPr>
      </a:lvl3pPr>
      <a:lvl4pPr marL="1371600" eaLnBrk="1" hangingPunct="1">
        <a:defRPr>
          <a:latin typeface="+mn-lt"/>
          <a:ea typeface="+mn-ea"/>
          <a:cs typeface="+mn-cs"/>
        </a:defRPr>
      </a:lvl4pPr>
      <a:lvl5pPr marL="1828800" eaLnBrk="1" hangingPunct="1">
        <a:defRPr>
          <a:latin typeface="+mn-lt"/>
          <a:ea typeface="+mn-ea"/>
          <a:cs typeface="+mn-cs"/>
        </a:defRPr>
      </a:lvl5pPr>
      <a:lvl6pPr marL="2286000" eaLnBrk="1" hangingPunct="1">
        <a:defRPr>
          <a:latin typeface="+mn-lt"/>
          <a:ea typeface="+mn-ea"/>
          <a:cs typeface="+mn-cs"/>
        </a:defRPr>
      </a:lvl6pPr>
      <a:lvl7pPr marL="2743200" eaLnBrk="1" hangingPunct="1">
        <a:defRPr>
          <a:latin typeface="+mn-lt"/>
          <a:ea typeface="+mn-ea"/>
          <a:cs typeface="+mn-cs"/>
        </a:defRPr>
      </a:lvl7pPr>
      <a:lvl8pPr marL="3200400" eaLnBrk="1" hangingPunct="1">
        <a:defRPr>
          <a:latin typeface="+mn-lt"/>
          <a:ea typeface="+mn-ea"/>
          <a:cs typeface="+mn-cs"/>
        </a:defRPr>
      </a:lvl8pPr>
      <a:lvl9pPr marL="3657600" eaLnBrk="1" hangingPunct="1">
        <a:defRPr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.xml"/><Relationship Id="rId2" Type="http://schemas.openxmlformats.org/officeDocument/2006/relationships/slideLayout" Target="../slideLayouts/slideLayout22.xml"/><Relationship Id="rId1" Type="http://schemas.openxmlformats.org/officeDocument/2006/relationships/tags" Target="../tags/tag2.xml"/><Relationship Id="rId5" Type="http://schemas.openxmlformats.org/officeDocument/2006/relationships/hyperlink" Target="mailto:1999rspatil@gmail.com" TargetMode="External"/><Relationship Id="rId4" Type="http://schemas.openxmlformats.org/officeDocument/2006/relationships/image" Target="../media/image16.jpe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Rectangle 2">
            <a:extLst>
              <a:ext uri="{FF2B5EF4-FFF2-40B4-BE49-F238E27FC236}">
                <a16:creationId xmlns:a16="http://schemas.microsoft.com/office/drawing/2014/main" id="{8E458269-33C8-70E8-337D-DD822974EDEC}"/>
              </a:ext>
            </a:extLst>
          </p:cNvPr>
          <p:cNvSpPr txBox="1">
            <a:spLocks noChangeArrowheads="1"/>
          </p:cNvSpPr>
          <p:nvPr/>
        </p:nvSpPr>
        <p:spPr>
          <a:xfrm>
            <a:off x="-218492" y="1873372"/>
            <a:ext cx="2736955" cy="795338"/>
          </a:xfrm>
          <a:prstGeom prst="rect">
            <a:avLst/>
          </a:prstGeom>
        </p:spPr>
        <p:txBody>
          <a:bodyPr lIns="91440" tIns="45720" rIns="91440" bIns="45720" anchor="t">
            <a:normAutofit/>
          </a:bodyPr>
          <a:lstStyle>
            <a:lvl1pPr>
              <a:defRPr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en-US" sz="2000" b="1" kern="0">
                <a:solidFill>
                  <a:sysClr val="windowText" lastClr="000000"/>
                </a:solidFill>
                <a:ea typeface="ＭＳ Ｐゴシック"/>
              </a:rPr>
              <a:t>Shivanagouda Patil</a:t>
            </a:r>
            <a:endParaRPr lang="en-US" sz="2000">
              <a:solidFill>
                <a:sysClr val="windowText" lastClr="000000"/>
              </a:solidFill>
              <a:ea typeface="Calibri"/>
              <a:cs typeface="Calibri"/>
            </a:endParaRPr>
          </a:p>
          <a:p>
            <a:pPr algn="ctr"/>
            <a:r>
              <a:rPr lang="en-US" b="1">
                <a:solidFill>
                  <a:prstClr val="black">
                    <a:lumMod val="65000"/>
                    <a:lumOff val="35000"/>
                  </a:prstClr>
                </a:solidFill>
                <a:latin typeface="Calibri"/>
                <a:ea typeface="ＭＳ Ｐゴシック"/>
                <a:cs typeface="Calibri"/>
              </a:rPr>
              <a:t>Consultant</a:t>
            </a:r>
            <a:endParaRPr lang="en-US" b="1">
              <a:solidFill>
                <a:prstClr val="black">
                  <a:lumMod val="65000"/>
                  <a:lumOff val="35000"/>
                </a:prstClr>
              </a:solidFill>
              <a:latin typeface="Calibri" panose="020F0502020204030204" pitchFamily="34" charset="0"/>
              <a:ea typeface="ＭＳ Ｐゴシック"/>
              <a:cs typeface="Calibri"/>
            </a:endParaRPr>
          </a:p>
        </p:txBody>
      </p:sp>
      <p:sp>
        <p:nvSpPr>
          <p:cNvPr id="15" name="Text Box 6">
            <a:extLst>
              <a:ext uri="{FF2B5EF4-FFF2-40B4-BE49-F238E27FC236}">
                <a16:creationId xmlns:a16="http://schemas.microsoft.com/office/drawing/2014/main" id="{27B56F95-3DA8-6E46-7A08-9F07C883B2FF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317843" y="7956"/>
            <a:ext cx="9767935" cy="973681"/>
          </a:xfrm>
          <a:prstGeom prst="rect">
            <a:avLst/>
          </a:prstGeom>
          <a:noFill/>
          <a:ln w="12700" algn="ctr">
            <a:noFill/>
            <a:miter lim="800000"/>
            <a:headEnd/>
            <a:tailEnd/>
          </a:ln>
        </p:spPr>
        <p:txBody>
          <a:bodyPr lIns="0" tIns="0" rIns="0" bIns="0" anchor="t"/>
          <a:lstStyle/>
          <a:p>
            <a:pPr algn="just"/>
            <a:r>
              <a:rPr lang="en-US" sz="1600" spc="-10">
                <a:solidFill>
                  <a:srgbClr val="FF0000"/>
                </a:solidFill>
                <a:latin typeface="Calibri"/>
                <a:ea typeface="Calibri"/>
                <a:cs typeface="Calibri"/>
              </a:rPr>
              <a:t>Profile Summary</a:t>
            </a:r>
            <a:r>
              <a:rPr lang="en-US" sz="1600" spc="-10">
                <a:solidFill>
                  <a:srgbClr val="FF0000"/>
                </a:solidFill>
                <a:ea typeface="Calibri"/>
                <a:cs typeface="Calibri"/>
              </a:rPr>
              <a:t> :</a:t>
            </a:r>
          </a:p>
          <a:p>
            <a:pPr marL="12700" algn="just">
              <a:spcBef>
                <a:spcPts val="290"/>
              </a:spcBef>
            </a:pPr>
            <a:r>
              <a:rPr lang="en-US" sz="1200" spc="-10">
                <a:solidFill>
                  <a:srgbClr val="002060"/>
                </a:solidFill>
                <a:cs typeface="Calibri"/>
              </a:rPr>
              <a:t>Data Science professional  with 2 years of experience in Machine Learning and Generative AI, specializing in NLP. Proficient in developing and deploying AI and ML solutions across diverse industries. Skilled in Python, AWS, and </a:t>
            </a:r>
            <a:r>
              <a:rPr lang="en-US" sz="1200" spc="-10" err="1">
                <a:solidFill>
                  <a:srgbClr val="002060"/>
                </a:solidFill>
                <a:cs typeface="Calibri"/>
              </a:rPr>
              <a:t>MLOps</a:t>
            </a:r>
            <a:r>
              <a:rPr lang="en-US" sz="1200" spc="-10">
                <a:solidFill>
                  <a:srgbClr val="002060"/>
                </a:solidFill>
                <a:cs typeface="Calibri"/>
              </a:rPr>
              <a:t> tools with a strong foundation in statistical analysis. Adept at translating business needs into impactful data-driven solutions. Passionate about leveraging cutting-edge technologies to drive innovation and optimize business processes</a:t>
            </a:r>
            <a:endParaRPr lang="en-US" sz="1200" spc="-10">
              <a:solidFill>
                <a:srgbClr val="002060"/>
              </a:solidFill>
              <a:ea typeface="Calibri"/>
              <a:cs typeface="Calibri"/>
            </a:endParaRPr>
          </a:p>
          <a:p>
            <a:pPr algn="just">
              <a:spcBef>
                <a:spcPct val="50000"/>
              </a:spcBef>
              <a:buClr>
                <a:srgbClr val="9FA1A4"/>
              </a:buClr>
              <a:buFont typeface="Arial" charset="0"/>
            </a:pPr>
            <a:endParaRPr lang="en-US" sz="1400">
              <a:solidFill>
                <a:srgbClr val="2E454D"/>
              </a:solidFill>
              <a:latin typeface="Calibri" panose="020F0502020204030204" pitchFamily="34" charset="0"/>
              <a:ea typeface="ＭＳ Ｐゴシック" pitchFamily="34" charset="-128"/>
              <a:cs typeface="Arial" pitchFamily="34" charset="0"/>
            </a:endParaRPr>
          </a:p>
        </p:txBody>
      </p:sp>
      <p:sp>
        <p:nvSpPr>
          <p:cNvPr id="17" name="Text Box 7">
            <a:extLst>
              <a:ext uri="{FF2B5EF4-FFF2-40B4-BE49-F238E27FC236}">
                <a16:creationId xmlns:a16="http://schemas.microsoft.com/office/drawing/2014/main" id="{CAF0BD44-E085-FC2C-2DB0-42969C297EF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8769307" y="946963"/>
            <a:ext cx="3420976" cy="3605998"/>
          </a:xfrm>
          <a:prstGeom prst="rect">
            <a:avLst/>
          </a:prstGeom>
          <a:solidFill>
            <a:schemeClr val="bg1">
              <a:lumMod val="95000"/>
            </a:schemeClr>
          </a:solidFill>
          <a:ln w="9525" algn="ctr">
            <a:noFill/>
            <a:miter lim="800000"/>
            <a:headEnd/>
            <a:tailEnd/>
          </a:ln>
        </p:spPr>
        <p:txBody>
          <a:bodyPr lIns="72000" tIns="72000" rIns="72000" bIns="72000" anchor="t"/>
          <a:lstStyle/>
          <a:p>
            <a:r>
              <a:rPr lang="en-GB" sz="1600">
                <a:solidFill>
                  <a:srgbClr val="FF0000"/>
                </a:solidFill>
                <a:ea typeface="Calibri"/>
                <a:cs typeface="Calibri"/>
              </a:rPr>
              <a:t>Industries and Domain :</a:t>
            </a:r>
            <a:endParaRPr lang="en-US" sz="1600">
              <a:solidFill>
                <a:srgbClr val="FF0000"/>
              </a:solidFill>
              <a:ea typeface="Calibri"/>
              <a:cs typeface="Calibri"/>
            </a:endParaRPr>
          </a:p>
          <a:p>
            <a:pPr marL="171450" indent="-171450">
              <a:spcBef>
                <a:spcPct val="0"/>
              </a:spcBef>
              <a:spcAft>
                <a:spcPct val="0"/>
              </a:spcAft>
              <a:buFont typeface="Arial,Sans-Serif"/>
              <a:buChar char="•"/>
            </a:pPr>
            <a:r>
              <a:rPr lang="en-US" sz="1200">
                <a:solidFill>
                  <a:srgbClr val="073262"/>
                </a:solidFill>
                <a:ea typeface="Calibri"/>
                <a:cs typeface="Arial"/>
              </a:rPr>
              <a:t>Healthcare</a:t>
            </a:r>
            <a:endParaRPr lang="en-GB" sz="1200">
              <a:solidFill>
                <a:srgbClr val="073262"/>
              </a:solidFill>
              <a:ea typeface="Calibri"/>
              <a:cs typeface="Calibri"/>
            </a:endParaRPr>
          </a:p>
          <a:p>
            <a:pPr marL="171450" indent="-171450">
              <a:spcBef>
                <a:spcPct val="0"/>
              </a:spcBef>
              <a:spcAft>
                <a:spcPct val="0"/>
              </a:spcAft>
              <a:buFont typeface="Arial,Sans-Serif"/>
              <a:buChar char="•"/>
            </a:pPr>
            <a:r>
              <a:rPr lang="en-US" sz="1200">
                <a:solidFill>
                  <a:srgbClr val="073262"/>
                </a:solidFill>
                <a:ea typeface="Calibri"/>
                <a:cs typeface="Arial"/>
              </a:rPr>
              <a:t>Cybersecurity</a:t>
            </a:r>
            <a:endParaRPr lang="en-GB" sz="1200">
              <a:solidFill>
                <a:srgbClr val="073262"/>
              </a:solidFill>
              <a:ea typeface="Calibri"/>
              <a:cs typeface="Calibri"/>
            </a:endParaRPr>
          </a:p>
          <a:p>
            <a:pPr marL="171450" indent="-171450">
              <a:spcBef>
                <a:spcPct val="0"/>
              </a:spcBef>
              <a:spcAft>
                <a:spcPct val="0"/>
              </a:spcAft>
              <a:buFont typeface="Arial,Sans-Serif"/>
              <a:buChar char="•"/>
            </a:pPr>
            <a:r>
              <a:rPr lang="en-US" sz="1200">
                <a:solidFill>
                  <a:srgbClr val="073262"/>
                </a:solidFill>
                <a:ea typeface="Calibri"/>
                <a:cs typeface="Arial"/>
              </a:rPr>
              <a:t>Governance Risk and Compliance</a:t>
            </a:r>
            <a:endParaRPr lang="en-GB" sz="1200">
              <a:solidFill>
                <a:srgbClr val="073262"/>
              </a:solidFill>
              <a:ea typeface="Calibri"/>
              <a:cs typeface="Calibri"/>
            </a:endParaRPr>
          </a:p>
          <a:p>
            <a:pPr>
              <a:spcBef>
                <a:spcPct val="0"/>
              </a:spcBef>
              <a:spcAft>
                <a:spcPct val="0"/>
              </a:spcAft>
            </a:pPr>
            <a:endParaRPr lang="en-US" sz="1200">
              <a:solidFill>
                <a:srgbClr val="073262"/>
              </a:solidFill>
              <a:ea typeface="Calibri"/>
              <a:cs typeface="Calibri"/>
            </a:endParaRPr>
          </a:p>
          <a:p>
            <a:pPr>
              <a:spcBef>
                <a:spcPct val="0"/>
              </a:spcBef>
              <a:spcAft>
                <a:spcPct val="0"/>
              </a:spcAft>
            </a:pPr>
            <a:r>
              <a:rPr lang="en-GB" sz="1600">
                <a:solidFill>
                  <a:srgbClr val="FF0000"/>
                </a:solidFill>
                <a:ea typeface="Calibri"/>
                <a:cs typeface="Calibri"/>
              </a:rPr>
              <a:t>Technical Skills</a:t>
            </a:r>
            <a:r>
              <a:rPr lang="en-US" sz="1600">
                <a:solidFill>
                  <a:srgbClr val="FF0000"/>
                </a:solidFill>
                <a:ea typeface="Calibri"/>
                <a:cs typeface="Calibri"/>
              </a:rPr>
              <a:t> :</a:t>
            </a:r>
            <a:endParaRPr lang="en-GB"/>
          </a:p>
          <a:p>
            <a:pPr marL="171450" indent="-171450">
              <a:spcBef>
                <a:spcPts val="100"/>
              </a:spcBef>
              <a:spcAft>
                <a:spcPts val="100"/>
              </a:spcAft>
              <a:buFont typeface="Arial,Sans-Serif"/>
              <a:buChar char="•"/>
            </a:pPr>
            <a:r>
              <a:rPr lang="en-US" sz="1200" b="1">
                <a:solidFill>
                  <a:srgbClr val="073262"/>
                </a:solidFill>
                <a:ea typeface="Calibri"/>
                <a:cs typeface="Arial"/>
              </a:rPr>
              <a:t>Language </a:t>
            </a:r>
            <a:r>
              <a:rPr lang="en-US" sz="1200">
                <a:solidFill>
                  <a:srgbClr val="073262"/>
                </a:solidFill>
                <a:ea typeface="Calibri"/>
                <a:cs typeface="Arial"/>
              </a:rPr>
              <a:t>: Python (NumPy, Pandas, Matplotlib, Seaborn, OpenCV, NLTK, Genism), SQL, HTML</a:t>
            </a:r>
            <a:endParaRPr lang="en-GB" sz="1200">
              <a:solidFill>
                <a:srgbClr val="073262"/>
              </a:solidFill>
              <a:ea typeface="Calibri"/>
              <a:cs typeface="Calibri"/>
            </a:endParaRPr>
          </a:p>
          <a:p>
            <a:pPr marL="171450" indent="-171450">
              <a:spcBef>
                <a:spcPts val="100"/>
              </a:spcBef>
              <a:spcAft>
                <a:spcPts val="100"/>
              </a:spcAft>
              <a:buFont typeface="Arial,Sans-Serif"/>
              <a:buChar char="•"/>
            </a:pPr>
            <a:r>
              <a:rPr lang="en-US" sz="1200" b="1">
                <a:solidFill>
                  <a:srgbClr val="073262"/>
                </a:solidFill>
                <a:ea typeface="Calibri"/>
                <a:cs typeface="Arial"/>
              </a:rPr>
              <a:t>Frameworks</a:t>
            </a:r>
            <a:r>
              <a:rPr lang="en-US" sz="1200">
                <a:solidFill>
                  <a:srgbClr val="073262"/>
                </a:solidFill>
                <a:ea typeface="Calibri"/>
                <a:cs typeface="Arial"/>
              </a:rPr>
              <a:t>: Scikit-Learn, TensorFlow, </a:t>
            </a:r>
            <a:r>
              <a:rPr lang="en-US" sz="1200" err="1">
                <a:solidFill>
                  <a:srgbClr val="073262"/>
                </a:solidFill>
                <a:ea typeface="Calibri"/>
                <a:cs typeface="Arial"/>
              </a:rPr>
              <a:t>LangChain</a:t>
            </a:r>
            <a:r>
              <a:rPr lang="en-US" sz="1200">
                <a:solidFill>
                  <a:srgbClr val="073262"/>
                </a:solidFill>
                <a:ea typeface="Calibri"/>
                <a:cs typeface="Arial"/>
              </a:rPr>
              <a:t>, </a:t>
            </a:r>
            <a:r>
              <a:rPr lang="en-US" sz="1200" err="1">
                <a:solidFill>
                  <a:srgbClr val="073262"/>
                </a:solidFill>
                <a:ea typeface="Calibri"/>
                <a:cs typeface="Arial"/>
              </a:rPr>
              <a:t>LangSmith</a:t>
            </a:r>
            <a:r>
              <a:rPr lang="en-US" sz="1200">
                <a:solidFill>
                  <a:srgbClr val="073262"/>
                </a:solidFill>
                <a:ea typeface="Calibri"/>
                <a:cs typeface="Calibri"/>
              </a:rPr>
              <a:t>, </a:t>
            </a:r>
            <a:r>
              <a:rPr lang="en-US" sz="1200">
                <a:solidFill>
                  <a:srgbClr val="073262"/>
                </a:solidFill>
                <a:ea typeface="Calibri"/>
                <a:cs typeface="Arial"/>
              </a:rPr>
              <a:t>Crew ai, Fast API</a:t>
            </a:r>
            <a:endParaRPr lang="en-GB" sz="1200">
              <a:solidFill>
                <a:srgbClr val="073262"/>
              </a:solidFill>
              <a:ea typeface="Calibri"/>
              <a:cs typeface="Calibri"/>
            </a:endParaRPr>
          </a:p>
          <a:p>
            <a:pPr marL="171450" indent="-171450">
              <a:spcBef>
                <a:spcPts val="100"/>
              </a:spcBef>
              <a:spcAft>
                <a:spcPts val="100"/>
              </a:spcAft>
              <a:buFont typeface="Arial,Sans-Serif"/>
              <a:buChar char="•"/>
            </a:pPr>
            <a:r>
              <a:rPr lang="en-US" sz="1200" b="1" err="1">
                <a:solidFill>
                  <a:srgbClr val="073262"/>
                </a:solidFill>
                <a:ea typeface="Calibri"/>
                <a:cs typeface="Arial"/>
              </a:rPr>
              <a:t>MLOps</a:t>
            </a:r>
            <a:r>
              <a:rPr lang="en-US" sz="1200" b="1">
                <a:solidFill>
                  <a:srgbClr val="073262"/>
                </a:solidFill>
                <a:ea typeface="Calibri"/>
                <a:cs typeface="Arial"/>
              </a:rPr>
              <a:t> Tools</a:t>
            </a:r>
            <a:r>
              <a:rPr lang="en-US" sz="1200">
                <a:solidFill>
                  <a:srgbClr val="073262"/>
                </a:solidFill>
                <a:ea typeface="Calibri"/>
                <a:cs typeface="Arial"/>
              </a:rPr>
              <a:t>: </a:t>
            </a:r>
            <a:r>
              <a:rPr lang="en-US" sz="1200" err="1">
                <a:solidFill>
                  <a:srgbClr val="073262"/>
                </a:solidFill>
                <a:ea typeface="Calibri"/>
                <a:cs typeface="Arial"/>
              </a:rPr>
              <a:t>MLflow</a:t>
            </a:r>
            <a:r>
              <a:rPr lang="en-US" sz="1200">
                <a:solidFill>
                  <a:srgbClr val="073262"/>
                </a:solidFill>
                <a:ea typeface="Calibri"/>
                <a:cs typeface="Arial"/>
              </a:rPr>
              <a:t>, DVC</a:t>
            </a:r>
            <a:endParaRPr lang="en-GB" sz="1200">
              <a:solidFill>
                <a:srgbClr val="073262"/>
              </a:solidFill>
              <a:ea typeface="Calibri"/>
              <a:cs typeface="Calibri"/>
            </a:endParaRPr>
          </a:p>
          <a:p>
            <a:pPr marL="171450" indent="-171450">
              <a:spcBef>
                <a:spcPts val="100"/>
              </a:spcBef>
              <a:spcAft>
                <a:spcPts val="100"/>
              </a:spcAft>
              <a:buFont typeface="Arial,Sans-Serif"/>
              <a:buChar char="•"/>
            </a:pPr>
            <a:r>
              <a:rPr lang="en-US" sz="1200" b="1">
                <a:solidFill>
                  <a:srgbClr val="073262"/>
                </a:solidFill>
                <a:ea typeface="Calibri"/>
                <a:cs typeface="Arial"/>
              </a:rPr>
              <a:t>DevOps</a:t>
            </a:r>
            <a:r>
              <a:rPr lang="en-US" sz="1200">
                <a:solidFill>
                  <a:srgbClr val="073262"/>
                </a:solidFill>
                <a:ea typeface="Calibri"/>
                <a:cs typeface="Arial"/>
              </a:rPr>
              <a:t>: CI/CD, Docker</a:t>
            </a:r>
            <a:endParaRPr lang="en-GB" sz="1200">
              <a:solidFill>
                <a:srgbClr val="073262"/>
              </a:solidFill>
              <a:ea typeface="Calibri"/>
              <a:cs typeface="Calibri"/>
            </a:endParaRPr>
          </a:p>
          <a:p>
            <a:pPr marL="171450" indent="-171450">
              <a:spcBef>
                <a:spcPts val="100"/>
              </a:spcBef>
              <a:spcAft>
                <a:spcPts val="100"/>
              </a:spcAft>
              <a:buFont typeface="Arial,Sans-Serif"/>
              <a:buChar char="•"/>
            </a:pPr>
            <a:r>
              <a:rPr lang="en-US" sz="1200" b="1">
                <a:solidFill>
                  <a:srgbClr val="073262"/>
                </a:solidFill>
                <a:ea typeface="Calibri"/>
                <a:cs typeface="Arial"/>
              </a:rPr>
              <a:t>Generative AI</a:t>
            </a:r>
            <a:r>
              <a:rPr lang="en-US" sz="1200">
                <a:solidFill>
                  <a:srgbClr val="073262"/>
                </a:solidFill>
                <a:ea typeface="Calibri"/>
                <a:cs typeface="Arial"/>
              </a:rPr>
              <a:t>: RAG (all steps from chunking to retrieval), Prompt Engineering, Model configuration, Fine-tuning (</a:t>
            </a:r>
            <a:r>
              <a:rPr lang="en-US" sz="1200" err="1">
                <a:solidFill>
                  <a:srgbClr val="073262"/>
                </a:solidFill>
                <a:ea typeface="Calibri"/>
                <a:cs typeface="Arial"/>
              </a:rPr>
              <a:t>LoRA</a:t>
            </a:r>
            <a:r>
              <a:rPr lang="en-US" sz="1200">
                <a:solidFill>
                  <a:srgbClr val="073262"/>
                </a:solidFill>
                <a:ea typeface="Calibri"/>
                <a:cs typeface="Arial"/>
              </a:rPr>
              <a:t>, </a:t>
            </a:r>
            <a:r>
              <a:rPr lang="en-US" sz="1200" err="1">
                <a:solidFill>
                  <a:srgbClr val="073262"/>
                </a:solidFill>
                <a:ea typeface="Calibri"/>
                <a:cs typeface="Arial"/>
              </a:rPr>
              <a:t>QLoRa</a:t>
            </a:r>
            <a:r>
              <a:rPr lang="en-US" sz="1200">
                <a:solidFill>
                  <a:srgbClr val="073262"/>
                </a:solidFill>
                <a:ea typeface="Calibri"/>
                <a:cs typeface="Arial"/>
              </a:rPr>
              <a:t>), Agentic AI (</a:t>
            </a:r>
            <a:r>
              <a:rPr lang="en-US" sz="1200" err="1">
                <a:solidFill>
                  <a:srgbClr val="073262"/>
                </a:solidFill>
                <a:ea typeface="Calibri"/>
                <a:cs typeface="Arial"/>
              </a:rPr>
              <a:t>CrewAI</a:t>
            </a:r>
            <a:r>
              <a:rPr lang="en-US" sz="1200">
                <a:solidFill>
                  <a:srgbClr val="073262"/>
                </a:solidFill>
                <a:ea typeface="Calibri"/>
                <a:cs typeface="Arial"/>
              </a:rPr>
              <a:t>, </a:t>
            </a:r>
            <a:r>
              <a:rPr lang="en-US" sz="1200" err="1">
                <a:solidFill>
                  <a:srgbClr val="073262"/>
                </a:solidFill>
                <a:ea typeface="Calibri"/>
                <a:cs typeface="Arial"/>
              </a:rPr>
              <a:t>LangGrapgh</a:t>
            </a:r>
            <a:r>
              <a:rPr lang="en-US" sz="1200">
                <a:solidFill>
                  <a:srgbClr val="073262"/>
                </a:solidFill>
                <a:ea typeface="Calibri"/>
                <a:cs typeface="Arial"/>
              </a:rPr>
              <a:t>), AWS Bedrock</a:t>
            </a:r>
            <a:endParaRPr lang="en-GB" sz="1200">
              <a:solidFill>
                <a:srgbClr val="073262"/>
              </a:solidFill>
              <a:ea typeface="Calibri"/>
              <a:cs typeface="Calibri"/>
            </a:endParaRPr>
          </a:p>
          <a:p>
            <a:pPr marL="171450" indent="-171450">
              <a:spcBef>
                <a:spcPts val="100"/>
              </a:spcBef>
              <a:spcAft>
                <a:spcPts val="100"/>
              </a:spcAft>
              <a:buFont typeface="Arial,Sans-Serif"/>
              <a:buChar char="•"/>
            </a:pPr>
            <a:r>
              <a:rPr lang="en-US" sz="1200" b="1">
                <a:solidFill>
                  <a:srgbClr val="073262"/>
                </a:solidFill>
                <a:ea typeface="Calibri"/>
                <a:cs typeface="Arial"/>
              </a:rPr>
              <a:t>Cloud Platforms</a:t>
            </a:r>
            <a:r>
              <a:rPr lang="en-US" sz="1200">
                <a:solidFill>
                  <a:srgbClr val="073262"/>
                </a:solidFill>
                <a:ea typeface="Calibri"/>
                <a:cs typeface="Arial"/>
              </a:rPr>
              <a:t>: AWS (S3, EC2, Lambda, API Gateway, SageMaker AI, ECR, ECS, CloudWatch) </a:t>
            </a:r>
            <a:endParaRPr lang="en-GB" sz="1200">
              <a:solidFill>
                <a:srgbClr val="073262"/>
              </a:solidFill>
              <a:ea typeface="Calibri"/>
              <a:cs typeface="Calibri"/>
            </a:endParaRPr>
          </a:p>
          <a:p>
            <a:pPr>
              <a:spcBef>
                <a:spcPts val="100"/>
              </a:spcBef>
              <a:spcAft>
                <a:spcPts val="100"/>
              </a:spcAft>
            </a:pPr>
            <a:endParaRPr lang="en-US" sz="1200">
              <a:solidFill>
                <a:srgbClr val="073262"/>
              </a:solidFill>
              <a:ea typeface="Calibri"/>
              <a:cs typeface="Arial"/>
            </a:endParaRPr>
          </a:p>
        </p:txBody>
      </p:sp>
      <p:sp>
        <p:nvSpPr>
          <p:cNvPr id="19" name="Line 9">
            <a:extLst>
              <a:ext uri="{FF2B5EF4-FFF2-40B4-BE49-F238E27FC236}">
                <a16:creationId xmlns:a16="http://schemas.microsoft.com/office/drawing/2014/main" id="{449ADDD2-D73E-264C-6636-D00C63B99FF5}"/>
              </a:ext>
            </a:extLst>
          </p:cNvPr>
          <p:cNvSpPr>
            <a:spLocks noChangeShapeType="1"/>
          </p:cNvSpPr>
          <p:nvPr/>
        </p:nvSpPr>
        <p:spPr bwMode="auto">
          <a:xfrm>
            <a:off x="2304219" y="-4758"/>
            <a:ext cx="41703" cy="6841105"/>
          </a:xfrm>
          <a:prstGeom prst="line">
            <a:avLst/>
          </a:prstGeom>
          <a:noFill/>
          <a:ln w="6350">
            <a:solidFill>
              <a:schemeClr val="bg1">
                <a:lumMod val="75000"/>
              </a:schemeClr>
            </a:solidFill>
            <a:round/>
            <a:headEnd/>
            <a:tailEnd/>
          </a:ln>
        </p:spPr>
        <p:txBody>
          <a:bodyPr lIns="72000" tIns="72000" rIns="72000" bIns="72000"/>
          <a:lstStyle/>
          <a:p>
            <a:endParaRPr lang="en-US">
              <a:solidFill>
                <a:prstClr val="black"/>
              </a:solidFill>
              <a:latin typeface="Calibri" panose="020F0502020204030204" pitchFamily="34" charset="0"/>
            </a:endParaRPr>
          </a:p>
        </p:txBody>
      </p:sp>
      <p:sp>
        <p:nvSpPr>
          <p:cNvPr id="21" name="Line 11">
            <a:extLst>
              <a:ext uri="{FF2B5EF4-FFF2-40B4-BE49-F238E27FC236}">
                <a16:creationId xmlns:a16="http://schemas.microsoft.com/office/drawing/2014/main" id="{BC0DEA5F-6A9E-8307-D35F-09D500DBE300}"/>
              </a:ext>
            </a:extLst>
          </p:cNvPr>
          <p:cNvSpPr>
            <a:spLocks noChangeShapeType="1"/>
          </p:cNvSpPr>
          <p:nvPr/>
        </p:nvSpPr>
        <p:spPr bwMode="auto">
          <a:xfrm>
            <a:off x="8708152" y="57702"/>
            <a:ext cx="79178" cy="6791138"/>
          </a:xfrm>
          <a:prstGeom prst="line">
            <a:avLst/>
          </a:prstGeom>
          <a:noFill/>
          <a:ln w="6350">
            <a:solidFill>
              <a:schemeClr val="bg1">
                <a:lumMod val="75000"/>
              </a:schemeClr>
            </a:solidFill>
            <a:round/>
            <a:headEnd/>
            <a:tailEnd/>
          </a:ln>
        </p:spPr>
        <p:txBody>
          <a:bodyPr lIns="72000" tIns="72000" rIns="72000" bIns="72000"/>
          <a:lstStyle/>
          <a:p>
            <a:endParaRPr lang="en-US">
              <a:solidFill>
                <a:prstClr val="black"/>
              </a:solidFill>
              <a:latin typeface="Calibri" panose="020F0502020204030204" pitchFamily="34" charset="0"/>
            </a:endParaRPr>
          </a:p>
        </p:txBody>
      </p:sp>
      <p:sp>
        <p:nvSpPr>
          <p:cNvPr id="23" name="Text Box 12">
            <a:extLst>
              <a:ext uri="{FF2B5EF4-FFF2-40B4-BE49-F238E27FC236}">
                <a16:creationId xmlns:a16="http://schemas.microsoft.com/office/drawing/2014/main" id="{78A94E01-D724-F542-1F9F-F111F4EECD1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6967" y="3250972"/>
            <a:ext cx="2223970" cy="3255853"/>
          </a:xfrm>
          <a:prstGeom prst="rect">
            <a:avLst/>
          </a:prstGeom>
          <a:noFill/>
          <a:ln w="12700" algn="ctr">
            <a:noFill/>
            <a:miter lim="800000"/>
            <a:headEnd/>
            <a:tailEnd/>
          </a:ln>
        </p:spPr>
        <p:txBody>
          <a:bodyPr lIns="0" tIns="0" rIns="0" bIns="0" anchor="t"/>
          <a:lstStyle/>
          <a:p>
            <a:r>
              <a:rPr lang="en-GB" sz="1600">
                <a:solidFill>
                  <a:srgbClr val="FF0000"/>
                </a:solidFill>
                <a:latin typeface="Calibri"/>
                <a:ea typeface="Calibri"/>
                <a:cs typeface="Arial"/>
              </a:rPr>
              <a:t>Education</a:t>
            </a:r>
            <a:endParaRPr lang="en-US" sz="1600">
              <a:solidFill>
                <a:srgbClr val="FF0000"/>
              </a:solidFill>
              <a:latin typeface="Calibri"/>
              <a:ea typeface="Calibri"/>
              <a:cs typeface="Arial"/>
            </a:endParaRPr>
          </a:p>
          <a:p>
            <a:pPr marL="171450" indent="-171450">
              <a:buFont typeface="Arial"/>
              <a:buChar char="•"/>
            </a:pPr>
            <a:r>
              <a:rPr lang="en-GB" sz="1200" b="1">
                <a:solidFill>
                  <a:srgbClr val="073262"/>
                </a:solidFill>
                <a:ea typeface="+mn-lt"/>
                <a:cs typeface="+mn-lt"/>
              </a:rPr>
              <a:t>Post Graduate Program (PGP) in Artificial Intelligence &amp; Machine Learning </a:t>
            </a:r>
            <a:r>
              <a:rPr lang="en-US" sz="1200">
                <a:solidFill>
                  <a:srgbClr val="073262"/>
                </a:solidFill>
                <a:ea typeface="+mn-lt"/>
                <a:cs typeface="+mn-lt"/>
              </a:rPr>
              <a:t>–  </a:t>
            </a:r>
            <a:r>
              <a:rPr lang="en-GB" sz="1200" i="1">
                <a:solidFill>
                  <a:srgbClr val="073262"/>
                </a:solidFill>
                <a:ea typeface="+mn-lt"/>
                <a:cs typeface="+mn-lt"/>
              </a:rPr>
              <a:t>The University of Texas at Austin (Distance Learning)</a:t>
            </a:r>
            <a:r>
              <a:rPr lang="en-GB" sz="1200">
                <a:solidFill>
                  <a:srgbClr val="073262"/>
                </a:solidFill>
                <a:ea typeface="+mn-lt"/>
                <a:cs typeface="+mn-lt"/>
              </a:rPr>
              <a:t> – Dec 2023–Dec 2024</a:t>
            </a:r>
            <a:endParaRPr lang="en-GB" sz="1200" b="1">
              <a:solidFill>
                <a:srgbClr val="073262"/>
              </a:solidFill>
              <a:latin typeface="Calibri"/>
              <a:ea typeface="Calibri"/>
              <a:cs typeface="Arial"/>
            </a:endParaRPr>
          </a:p>
          <a:p>
            <a:pPr marL="171450" indent="-171450">
              <a:buFont typeface="Arial"/>
              <a:buChar char="•"/>
            </a:pPr>
            <a:r>
              <a:rPr lang="en-GB" sz="1200" b="1">
                <a:solidFill>
                  <a:srgbClr val="073262"/>
                </a:solidFill>
                <a:ea typeface="+mn-lt"/>
                <a:cs typeface="+mn-lt"/>
              </a:rPr>
              <a:t>Master of Technology (</a:t>
            </a:r>
            <a:r>
              <a:rPr lang="en-GB" sz="1200" b="1" err="1">
                <a:solidFill>
                  <a:srgbClr val="073262"/>
                </a:solidFill>
                <a:ea typeface="+mn-lt"/>
                <a:cs typeface="+mn-lt"/>
              </a:rPr>
              <a:t>M.Tech</a:t>
            </a:r>
            <a:r>
              <a:rPr lang="en-GB" sz="1200" b="1">
                <a:solidFill>
                  <a:srgbClr val="073262"/>
                </a:solidFill>
                <a:ea typeface="+mn-lt"/>
                <a:cs typeface="+mn-lt"/>
              </a:rPr>
              <a:t>) </a:t>
            </a:r>
            <a:r>
              <a:rPr lang="en-US" sz="1200">
                <a:solidFill>
                  <a:srgbClr val="073262"/>
                </a:solidFill>
                <a:ea typeface="+mn-lt"/>
                <a:cs typeface="+mn-lt"/>
              </a:rPr>
              <a:t>–</a:t>
            </a:r>
            <a:r>
              <a:rPr lang="en-GB" sz="1200" i="1">
                <a:solidFill>
                  <a:srgbClr val="073262"/>
                </a:solidFill>
                <a:ea typeface="+mn-lt"/>
                <a:cs typeface="+mn-lt"/>
              </a:rPr>
              <a:t>Ramaiah Institute of Technology, Bengaluru</a:t>
            </a:r>
            <a:r>
              <a:rPr lang="en-GB" sz="1200">
                <a:solidFill>
                  <a:srgbClr val="073262"/>
                </a:solidFill>
                <a:ea typeface="+mn-lt"/>
                <a:cs typeface="+mn-lt"/>
              </a:rPr>
              <a:t> –  Aug 2021–Aug 2023</a:t>
            </a:r>
            <a:endParaRPr lang="en-GB" sz="1200">
              <a:ea typeface="Calibri" panose="020F0502020204030204"/>
              <a:cs typeface="Calibri" panose="020F0502020204030204"/>
            </a:endParaRPr>
          </a:p>
          <a:p>
            <a:pPr marL="171450" indent="-171450">
              <a:buFont typeface="Arial"/>
              <a:buChar char="•"/>
            </a:pPr>
            <a:endParaRPr lang="en-GB" sz="1200">
              <a:solidFill>
                <a:srgbClr val="073262"/>
              </a:solidFill>
              <a:latin typeface="Calibri"/>
              <a:ea typeface="Calibri"/>
              <a:cs typeface="Calibri" panose="020F0502020204030204"/>
            </a:endParaRPr>
          </a:p>
          <a:p>
            <a:pPr>
              <a:spcBef>
                <a:spcPts val="100"/>
              </a:spcBef>
              <a:spcAft>
                <a:spcPts val="100"/>
              </a:spcAft>
            </a:pPr>
            <a:r>
              <a:rPr lang="en-GB" sz="1600">
                <a:solidFill>
                  <a:srgbClr val="FF0000"/>
                </a:solidFill>
                <a:latin typeface="Calibri"/>
                <a:ea typeface="Calibri"/>
                <a:cs typeface="Arial"/>
              </a:rPr>
              <a:t>Certificates</a:t>
            </a:r>
            <a:endParaRPr lang="en-GB">
              <a:solidFill>
                <a:srgbClr val="FF0000"/>
              </a:solidFill>
              <a:latin typeface="Calibri"/>
              <a:ea typeface="Calibri"/>
              <a:cs typeface="Calibri"/>
            </a:endParaRPr>
          </a:p>
          <a:p>
            <a:pPr marL="171450" indent="-171450">
              <a:spcBef>
                <a:spcPct val="0"/>
              </a:spcBef>
              <a:spcAft>
                <a:spcPct val="0"/>
              </a:spcAft>
              <a:buFont typeface="Arial"/>
              <a:buChar char="•"/>
            </a:pPr>
            <a:r>
              <a:rPr lang="en-US" sz="1200">
                <a:solidFill>
                  <a:srgbClr val="073262"/>
                </a:solidFill>
                <a:latin typeface="Calibri"/>
                <a:ea typeface="Calibri"/>
                <a:cs typeface="Calibri"/>
              </a:rPr>
              <a:t>Introduction to </a:t>
            </a:r>
            <a:r>
              <a:rPr lang="en-US" sz="1200" b="1" err="1">
                <a:solidFill>
                  <a:srgbClr val="073262"/>
                </a:solidFill>
                <a:latin typeface="Calibri"/>
                <a:ea typeface="Calibri"/>
                <a:cs typeface="Calibri"/>
              </a:rPr>
              <a:t>LangGrapgh</a:t>
            </a:r>
            <a:r>
              <a:rPr lang="en-US" sz="1200">
                <a:solidFill>
                  <a:srgbClr val="073262"/>
                </a:solidFill>
                <a:latin typeface="Calibri"/>
                <a:ea typeface="Calibri"/>
                <a:cs typeface="Calibri"/>
              </a:rPr>
              <a:t>–</a:t>
            </a:r>
            <a:r>
              <a:rPr lang="en-US" sz="1200" b="1" err="1">
                <a:solidFill>
                  <a:srgbClr val="073262"/>
                </a:solidFill>
                <a:latin typeface="Calibri"/>
                <a:ea typeface="Calibri"/>
                <a:cs typeface="Calibri"/>
              </a:rPr>
              <a:t>LangChain</a:t>
            </a:r>
            <a:r>
              <a:rPr lang="en-US" sz="1200" b="1">
                <a:solidFill>
                  <a:srgbClr val="073262"/>
                </a:solidFill>
                <a:latin typeface="Calibri"/>
                <a:ea typeface="Calibri"/>
                <a:cs typeface="Calibri"/>
              </a:rPr>
              <a:t> Acadamy</a:t>
            </a:r>
          </a:p>
          <a:p>
            <a:pPr marL="171450" indent="-171450">
              <a:spcBef>
                <a:spcPct val="0"/>
              </a:spcBef>
              <a:spcAft>
                <a:spcPct val="0"/>
              </a:spcAft>
              <a:buFont typeface="Arial"/>
              <a:buChar char="•"/>
            </a:pPr>
            <a:r>
              <a:rPr lang="en-US" sz="1200">
                <a:solidFill>
                  <a:srgbClr val="073262"/>
                </a:solidFill>
                <a:latin typeface="Calibri"/>
                <a:ea typeface="Calibri"/>
                <a:cs typeface="Calibri"/>
              </a:rPr>
              <a:t>Introduction to </a:t>
            </a:r>
            <a:r>
              <a:rPr lang="en-US" sz="1200" b="1" err="1">
                <a:solidFill>
                  <a:srgbClr val="073262"/>
                </a:solidFill>
                <a:latin typeface="Calibri"/>
                <a:ea typeface="Calibri"/>
                <a:cs typeface="Calibri"/>
              </a:rPr>
              <a:t>LangSmith</a:t>
            </a:r>
            <a:r>
              <a:rPr lang="en-US" sz="1200" b="1">
                <a:solidFill>
                  <a:srgbClr val="073262"/>
                </a:solidFill>
                <a:latin typeface="Calibri"/>
                <a:ea typeface="Calibri"/>
                <a:cs typeface="Calibri"/>
              </a:rPr>
              <a:t> </a:t>
            </a:r>
            <a:r>
              <a:rPr lang="en-US" sz="1200">
                <a:solidFill>
                  <a:srgbClr val="073262"/>
                </a:solidFill>
                <a:latin typeface="Calibri"/>
                <a:ea typeface="Calibri"/>
                <a:cs typeface="Calibri"/>
              </a:rPr>
              <a:t>–</a:t>
            </a:r>
            <a:br>
              <a:rPr lang="en-US"/>
            </a:br>
            <a:r>
              <a:rPr lang="en-US" sz="1200" b="1" err="1">
                <a:solidFill>
                  <a:srgbClr val="073262"/>
                </a:solidFill>
                <a:latin typeface="Calibri"/>
                <a:ea typeface="Calibri"/>
                <a:cs typeface="Calibri"/>
              </a:rPr>
              <a:t>LangChain</a:t>
            </a:r>
            <a:r>
              <a:rPr lang="en-US" sz="1200" b="1">
                <a:solidFill>
                  <a:srgbClr val="073262"/>
                </a:solidFill>
                <a:latin typeface="Calibri"/>
                <a:ea typeface="Calibri"/>
                <a:cs typeface="Calibri"/>
              </a:rPr>
              <a:t> Acadamy</a:t>
            </a:r>
          </a:p>
          <a:p>
            <a:pPr marL="171450" indent="-171450">
              <a:spcBef>
                <a:spcPct val="0"/>
              </a:spcBef>
              <a:spcAft>
                <a:spcPct val="0"/>
              </a:spcAft>
              <a:buFont typeface="Arial"/>
              <a:buChar char="•"/>
            </a:pPr>
            <a:r>
              <a:rPr lang="en-US" sz="1200">
                <a:solidFill>
                  <a:srgbClr val="073262"/>
                </a:solidFill>
                <a:latin typeface="Calibri"/>
                <a:ea typeface="Calibri"/>
                <a:cs typeface="Calibri"/>
              </a:rPr>
              <a:t>Master Generative AI – Euron Edutech platform</a:t>
            </a:r>
          </a:p>
          <a:p>
            <a:pPr marL="171450" indent="-171450">
              <a:spcBef>
                <a:spcPct val="0"/>
              </a:spcBef>
              <a:spcAft>
                <a:spcPct val="0"/>
              </a:spcAft>
              <a:buFont typeface="Arial,Sans-Serif"/>
              <a:buChar char="•"/>
            </a:pPr>
            <a:endParaRPr lang="en-US" sz="1200">
              <a:solidFill>
                <a:srgbClr val="073262"/>
              </a:solidFill>
              <a:latin typeface="Calibri"/>
              <a:ea typeface="Calibri"/>
              <a:cs typeface="Calibri"/>
            </a:endParaRPr>
          </a:p>
          <a:p>
            <a:pPr marL="171450" indent="-171450">
              <a:spcBef>
                <a:spcPct val="0"/>
              </a:spcBef>
              <a:spcAft>
                <a:spcPct val="0"/>
              </a:spcAft>
              <a:buFont typeface="Arial"/>
              <a:buChar char="•"/>
            </a:pPr>
            <a:endParaRPr lang="en-US" sz="1200">
              <a:solidFill>
                <a:srgbClr val="073262"/>
              </a:solidFill>
              <a:latin typeface="Calibri"/>
              <a:ea typeface="Calibri"/>
              <a:cs typeface="Calibri"/>
            </a:endParaRPr>
          </a:p>
          <a:p>
            <a:pPr marL="171450" indent="-171450">
              <a:spcBef>
                <a:spcPct val="0"/>
              </a:spcBef>
              <a:spcAft>
                <a:spcPct val="0"/>
              </a:spcAft>
              <a:buFont typeface="Arial"/>
              <a:buChar char="•"/>
            </a:pPr>
            <a:endParaRPr lang="en-US" sz="1200">
              <a:solidFill>
                <a:srgbClr val="073262"/>
              </a:solidFill>
              <a:ea typeface="Calibri"/>
              <a:cs typeface="Calibri"/>
            </a:endParaRPr>
          </a:p>
          <a:p>
            <a:endParaRPr lang="en-US" sz="1200">
              <a:solidFill>
                <a:srgbClr val="1076E6"/>
              </a:solidFill>
              <a:ea typeface="Calibri"/>
              <a:cs typeface="Calibri"/>
            </a:endParaRPr>
          </a:p>
          <a:p>
            <a:endParaRPr lang="en-US" sz="1600">
              <a:solidFill>
                <a:srgbClr val="FF0000"/>
              </a:solidFill>
              <a:ea typeface="Calibri"/>
              <a:cs typeface="Calibri"/>
            </a:endParaRPr>
          </a:p>
        </p:txBody>
      </p:sp>
      <p:pic>
        <p:nvPicPr>
          <p:cNvPr id="25" name="Picture 24" descr="A person in a suit&#10;&#10;AI-generated content may be incorrect.">
            <a:extLst>
              <a:ext uri="{FF2B5EF4-FFF2-40B4-BE49-F238E27FC236}">
                <a16:creationId xmlns:a16="http://schemas.microsoft.com/office/drawing/2014/main" id="{3B521BA5-D705-035E-F459-17CE9B512D89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14325" y="11166"/>
            <a:ext cx="1482464" cy="1863932"/>
          </a:xfrm>
          <a:prstGeom prst="rect">
            <a:avLst/>
          </a:prstGeom>
        </p:spPr>
      </p:pic>
      <p:sp>
        <p:nvSpPr>
          <p:cNvPr id="27" name="TextBox 26">
            <a:extLst>
              <a:ext uri="{FF2B5EF4-FFF2-40B4-BE49-F238E27FC236}">
                <a16:creationId xmlns:a16="http://schemas.microsoft.com/office/drawing/2014/main" id="{F1031EBE-4660-10D2-C5D1-E9621329AAAF}"/>
              </a:ext>
            </a:extLst>
          </p:cNvPr>
          <p:cNvSpPr txBox="1"/>
          <p:nvPr/>
        </p:nvSpPr>
        <p:spPr>
          <a:xfrm>
            <a:off x="-9994" y="2478940"/>
            <a:ext cx="2705725" cy="781932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GB" sz="1600">
                <a:solidFill>
                  <a:srgbClr val="FF0000"/>
                </a:solidFill>
                <a:cs typeface="Segoe UI"/>
              </a:rPr>
              <a:t>Contact Details:</a:t>
            </a:r>
            <a:endParaRPr lang="en-GB" sz="1600">
              <a:solidFill>
                <a:srgbClr val="FF0000"/>
              </a:solidFill>
              <a:ea typeface="Calibri"/>
              <a:cs typeface="Segoe UI"/>
            </a:endParaRPr>
          </a:p>
          <a:p>
            <a:r>
              <a:rPr lang="en-GB" sz="1400" b="1">
                <a:ea typeface="Calibri"/>
                <a:cs typeface="Segoe UI"/>
                <a:hlinkClick r:id="rId5"/>
              </a:rPr>
              <a:t>1999rspatil@gmail.com</a:t>
            </a:r>
            <a:endParaRPr lang="en-GB" sz="1400" b="1">
              <a:ea typeface="Calibri"/>
              <a:cs typeface="Segoe UI"/>
            </a:endParaRPr>
          </a:p>
          <a:p>
            <a:r>
              <a:rPr lang="en-GB" sz="1400" b="1">
                <a:ea typeface="Calibri"/>
                <a:cs typeface="Segoe UI"/>
              </a:rPr>
              <a:t>9113023073</a:t>
            </a: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4447BF2A-7D68-5692-4943-091CD2D69528}"/>
              </a:ext>
            </a:extLst>
          </p:cNvPr>
          <p:cNvSpPr txBox="1"/>
          <p:nvPr/>
        </p:nvSpPr>
        <p:spPr>
          <a:xfrm>
            <a:off x="2311595" y="953524"/>
            <a:ext cx="6442661" cy="6309420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just"/>
            <a:r>
              <a:rPr lang="en-US" sz="1600">
                <a:solidFill>
                  <a:srgbClr val="FF0000"/>
                </a:solidFill>
                <a:cs typeface="Arial"/>
              </a:rPr>
              <a:t>Experience Summary​ :</a:t>
            </a:r>
            <a:endParaRPr lang="en-US" sz="1600">
              <a:solidFill>
                <a:srgbClr val="FF0000"/>
              </a:solidFill>
              <a:ea typeface="Calibri"/>
              <a:cs typeface="Arial"/>
            </a:endParaRPr>
          </a:p>
          <a:p>
            <a:pPr algn="just"/>
            <a:r>
              <a:rPr lang="en-US" sz="1200" b="1" err="1">
                <a:cs typeface="Arial"/>
              </a:rPr>
              <a:t>CirrusLabs</a:t>
            </a:r>
            <a:r>
              <a:rPr lang="en-US" sz="1200" b="1">
                <a:cs typeface="Arial"/>
              </a:rPr>
              <a:t> : Machine Learning Engineer​ (Nov 2024-Mar 2025)</a:t>
            </a:r>
            <a:endParaRPr lang="en-US" sz="1200" b="1">
              <a:ea typeface="Calibri"/>
              <a:cs typeface="Arial"/>
            </a:endParaRPr>
          </a:p>
          <a:p>
            <a:pPr marL="171450" indent="-171450" algn="just">
              <a:buFont typeface="Wingdings,Sans-Serif"/>
              <a:buChar char="§"/>
            </a:pPr>
            <a:r>
              <a:rPr lang="en-US" sz="1200">
                <a:ea typeface="Calibri" panose="020F0502020204030204"/>
                <a:cs typeface="Calibri"/>
              </a:rPr>
              <a:t>Engineered an autonomous content generation pipeline using </a:t>
            </a:r>
            <a:r>
              <a:rPr lang="en-US" sz="1200" b="1" err="1">
                <a:ea typeface="Calibri" panose="020F0502020204030204"/>
                <a:cs typeface="Calibri"/>
              </a:rPr>
              <a:t>LangGrapgh</a:t>
            </a:r>
            <a:r>
              <a:rPr lang="en-US" sz="1200">
                <a:ea typeface="Calibri" panose="020F0502020204030204"/>
                <a:cs typeface="Calibri"/>
              </a:rPr>
              <a:t>, with role-specific agents handling research, writing, and publishing tasks. Integrated</a:t>
            </a:r>
            <a:r>
              <a:rPr lang="en-US" sz="1200" b="1">
                <a:ea typeface="Calibri" panose="020F0502020204030204"/>
                <a:cs typeface="Calibri"/>
              </a:rPr>
              <a:t> GPT-4</a:t>
            </a:r>
            <a:r>
              <a:rPr lang="en-US" sz="1200">
                <a:ea typeface="Calibri" panose="020F0502020204030204"/>
                <a:cs typeface="Calibri"/>
              </a:rPr>
              <a:t> and </a:t>
            </a:r>
            <a:r>
              <a:rPr lang="en-US" sz="1200" b="1" err="1">
                <a:ea typeface="Calibri" panose="020F0502020204030204"/>
                <a:cs typeface="Calibri"/>
              </a:rPr>
              <a:t>Tavily</a:t>
            </a:r>
            <a:r>
              <a:rPr lang="en-US" sz="1200" b="1">
                <a:ea typeface="Calibri" panose="020F0502020204030204"/>
                <a:cs typeface="Calibri"/>
              </a:rPr>
              <a:t> Search</a:t>
            </a:r>
            <a:r>
              <a:rPr lang="en-US" sz="1200">
                <a:ea typeface="Calibri" panose="020F0502020204030204"/>
                <a:cs typeface="Calibri"/>
              </a:rPr>
              <a:t> to produce real-time, high-quality blog posts and social media content.</a:t>
            </a:r>
            <a:endParaRPr lang="en-US" sz="1200">
              <a:ea typeface="Calibri" panose="020F0502020204030204"/>
              <a:cs typeface="Arial"/>
            </a:endParaRPr>
          </a:p>
          <a:p>
            <a:pPr marL="171450" indent="-171450" algn="just">
              <a:buFont typeface="Wingdings,Sans-Serif"/>
              <a:buChar char="§"/>
            </a:pPr>
            <a:r>
              <a:rPr lang="en-US" sz="1200">
                <a:ea typeface="Calibri" panose="020F0502020204030204"/>
                <a:cs typeface="Calibri"/>
              </a:rPr>
              <a:t>Developed a cybersecurity chatbot that fetched documents from S3, processed them using </a:t>
            </a:r>
            <a:r>
              <a:rPr lang="en-US" sz="1200" b="1">
                <a:ea typeface="Calibri" panose="020F0502020204030204"/>
                <a:cs typeface="Calibri"/>
              </a:rPr>
              <a:t>AWS Bedrock Titan embeddings</a:t>
            </a:r>
            <a:r>
              <a:rPr lang="en-US" sz="1200">
                <a:ea typeface="Calibri" panose="020F0502020204030204"/>
                <a:cs typeface="Calibri"/>
              </a:rPr>
              <a:t>, and stored the embeddings in </a:t>
            </a:r>
            <a:r>
              <a:rPr lang="en-US" sz="1200" b="1">
                <a:ea typeface="Calibri" panose="020F0502020204030204"/>
                <a:cs typeface="Calibri"/>
              </a:rPr>
              <a:t>OpenSearch</a:t>
            </a:r>
            <a:r>
              <a:rPr lang="en-US" sz="1200">
                <a:ea typeface="Calibri" panose="020F0502020204030204"/>
                <a:cs typeface="Calibri"/>
              </a:rPr>
              <a:t>. Applied </a:t>
            </a:r>
            <a:r>
              <a:rPr lang="en-US" sz="1200" err="1">
                <a:ea typeface="Calibri" panose="020F0502020204030204"/>
                <a:cs typeface="Calibri"/>
              </a:rPr>
              <a:t>kNN</a:t>
            </a:r>
            <a:r>
              <a:rPr lang="en-US" sz="1200">
                <a:ea typeface="Calibri" panose="020F0502020204030204"/>
                <a:cs typeface="Calibri"/>
              </a:rPr>
              <a:t> search to retrieve the top relevant text chunks and leveraged the AWS Bedrock </a:t>
            </a:r>
            <a:r>
              <a:rPr lang="en-US" sz="1200" b="1" err="1">
                <a:ea typeface="Calibri" panose="020F0502020204030204"/>
                <a:cs typeface="Calibri"/>
              </a:rPr>
              <a:t>LLaMA</a:t>
            </a:r>
            <a:r>
              <a:rPr lang="en-US" sz="1200" b="1">
                <a:ea typeface="Calibri" panose="020F0502020204030204"/>
                <a:cs typeface="Calibri"/>
              </a:rPr>
              <a:t> 3.2</a:t>
            </a:r>
            <a:r>
              <a:rPr lang="en-US" sz="1200">
                <a:ea typeface="Calibri" panose="020F0502020204030204"/>
                <a:cs typeface="Calibri"/>
              </a:rPr>
              <a:t> model to generate precise, contextually accurate responses to user queries. </a:t>
            </a:r>
            <a:endParaRPr lang="en-US" sz="1200">
              <a:ea typeface="Calibri" panose="020F0502020204030204"/>
              <a:cs typeface="Arial"/>
            </a:endParaRPr>
          </a:p>
          <a:p>
            <a:pPr marL="171450" indent="-171450" algn="just">
              <a:buFont typeface="Wingdings,Sans-Serif"/>
              <a:buChar char="§"/>
            </a:pPr>
            <a:r>
              <a:rPr lang="en-US" sz="1200">
                <a:ea typeface="Calibri"/>
                <a:cs typeface="Calibri"/>
              </a:rPr>
              <a:t>Designed and implemented two </a:t>
            </a:r>
            <a:r>
              <a:rPr lang="en-US" sz="1200" b="1" err="1">
                <a:ea typeface="Calibri"/>
                <a:cs typeface="Calibri"/>
              </a:rPr>
              <a:t>FastAPI</a:t>
            </a:r>
            <a:r>
              <a:rPr lang="en-US" sz="1200" b="1">
                <a:ea typeface="Calibri"/>
                <a:cs typeface="Calibri"/>
              </a:rPr>
              <a:t> </a:t>
            </a:r>
            <a:r>
              <a:rPr lang="en-US" sz="1200">
                <a:ea typeface="Calibri"/>
                <a:cs typeface="Calibri"/>
              </a:rPr>
              <a:t>services for policy and control generation: one for handling prompts and returning JSON responses using </a:t>
            </a:r>
            <a:r>
              <a:rPr lang="en-US" sz="1200" err="1">
                <a:ea typeface="Calibri"/>
                <a:cs typeface="Calibri"/>
              </a:rPr>
              <a:t>LLaMA</a:t>
            </a:r>
            <a:r>
              <a:rPr lang="en-US" sz="1200">
                <a:ea typeface="Calibri"/>
                <a:cs typeface="Calibri"/>
              </a:rPr>
              <a:t> 3.2, and another for embedding generation. </a:t>
            </a:r>
          </a:p>
          <a:p>
            <a:pPr marL="171450" indent="-171450" algn="just">
              <a:buFont typeface="Wingdings,Sans-Serif"/>
              <a:buChar char="§"/>
            </a:pPr>
            <a:r>
              <a:rPr lang="en-US" sz="1200">
                <a:ea typeface="Calibri"/>
                <a:cs typeface="Calibri"/>
              </a:rPr>
              <a:t>Built a proof of concept (POC) for extracting referral reasons using </a:t>
            </a:r>
            <a:r>
              <a:rPr lang="en-US" sz="1200" b="1">
                <a:ea typeface="Calibri"/>
                <a:cs typeface="Calibri"/>
              </a:rPr>
              <a:t>AWS Comprehend</a:t>
            </a:r>
            <a:r>
              <a:rPr lang="en-US" sz="1200">
                <a:ea typeface="Calibri"/>
                <a:cs typeface="Calibri"/>
              </a:rPr>
              <a:t>, focusing on the identification and categorization of medical entities.</a:t>
            </a:r>
          </a:p>
          <a:p>
            <a:pPr algn="just"/>
            <a:endParaRPr lang="en-US" sz="1200">
              <a:cs typeface="Arial"/>
            </a:endParaRPr>
          </a:p>
          <a:p>
            <a:pPr algn="just"/>
            <a:r>
              <a:rPr lang="en-US" sz="1200" b="1">
                <a:cs typeface="Arial"/>
              </a:rPr>
              <a:t>Brane Group: Associate Process Leader​ (Aug 2023-Nov 2024)</a:t>
            </a:r>
            <a:endParaRPr lang="en-US" sz="1200" b="1">
              <a:ea typeface="Calibri"/>
              <a:cs typeface="Arial"/>
            </a:endParaRPr>
          </a:p>
          <a:p>
            <a:pPr marL="171450" indent="-171450" algn="just">
              <a:buFont typeface="Wingdings,Sans-Serif"/>
              <a:buChar char="§"/>
            </a:pPr>
            <a:r>
              <a:rPr lang="en-US" sz="1200">
                <a:cs typeface="Arial"/>
              </a:rPr>
              <a:t>Orchestrated classification models</a:t>
            </a:r>
            <a:r>
              <a:rPr lang="en-US" sz="1200" b="1">
                <a:cs typeface="Arial"/>
              </a:rPr>
              <a:t> (Random Forest, Decision Tree, AdaBoost, and KNN algorithms)</a:t>
            </a:r>
            <a:r>
              <a:rPr lang="en-US" sz="1200">
                <a:cs typeface="Arial"/>
              </a:rPr>
              <a:t> to predict patient eligibility for operations in the Brazilian healthcare industry, achieving </a:t>
            </a:r>
            <a:r>
              <a:rPr lang="en-US" sz="1200" b="1">
                <a:cs typeface="Arial"/>
              </a:rPr>
              <a:t>5%</a:t>
            </a:r>
            <a:r>
              <a:rPr lang="en-US" sz="1200">
                <a:cs typeface="Arial"/>
              </a:rPr>
              <a:t> improvement in </a:t>
            </a:r>
            <a:r>
              <a:rPr lang="en-US" sz="1200" b="1">
                <a:cs typeface="Arial"/>
              </a:rPr>
              <a:t>Accuracy</a:t>
            </a:r>
            <a:r>
              <a:rPr lang="en-US" sz="1200">
                <a:cs typeface="Arial"/>
              </a:rPr>
              <a:t>.​</a:t>
            </a:r>
            <a:endParaRPr lang="en-US" sz="1200">
              <a:ea typeface="Calibri"/>
              <a:cs typeface="Arial"/>
            </a:endParaRPr>
          </a:p>
          <a:p>
            <a:pPr marL="171450" indent="-171450" algn="just">
              <a:buFont typeface="Wingdings,Sans-Serif"/>
              <a:buChar char="§"/>
            </a:pPr>
            <a:r>
              <a:rPr lang="en-US" sz="1200">
                <a:ea typeface="Calibri"/>
                <a:cs typeface="Calibri"/>
              </a:rPr>
              <a:t>Constructed a Generative AI application using the </a:t>
            </a:r>
            <a:r>
              <a:rPr lang="en-US" sz="1200" b="1" err="1">
                <a:ea typeface="Calibri"/>
                <a:cs typeface="Calibri"/>
              </a:rPr>
              <a:t>LLaMA</a:t>
            </a:r>
            <a:r>
              <a:rPr lang="en-US" sz="1200" b="1">
                <a:ea typeface="Calibri"/>
                <a:cs typeface="Calibri"/>
              </a:rPr>
              <a:t> 3</a:t>
            </a:r>
            <a:r>
              <a:rPr lang="en-US" sz="1200">
                <a:ea typeface="Calibri"/>
                <a:cs typeface="Calibri"/>
              </a:rPr>
              <a:t> model to automate support ticket classification, prioritization, and resolution time prediction. Enhanced customer feedback processing by implementing a structured approach to categorize tickets and store actionable insights in a </a:t>
            </a:r>
            <a:r>
              <a:rPr lang="en-US" sz="1200" err="1">
                <a:ea typeface="Calibri"/>
                <a:cs typeface="Calibri"/>
              </a:rPr>
              <a:t>DataFrame</a:t>
            </a:r>
            <a:r>
              <a:rPr lang="en-US" sz="1200">
                <a:ea typeface="Calibri"/>
                <a:cs typeface="Calibri"/>
              </a:rPr>
              <a:t>. </a:t>
            </a:r>
            <a:endParaRPr lang="en-US" sz="1200">
              <a:ea typeface="Calibri"/>
              <a:cs typeface="Arial"/>
            </a:endParaRPr>
          </a:p>
          <a:p>
            <a:pPr algn="just"/>
            <a:r>
              <a:rPr lang="en-US" sz="1200">
                <a:cs typeface="Arial"/>
              </a:rPr>
              <a:t>​</a:t>
            </a:r>
            <a:endParaRPr lang="en-US" sz="1200">
              <a:ea typeface="Calibri"/>
              <a:cs typeface="Arial"/>
            </a:endParaRPr>
          </a:p>
          <a:p>
            <a:pPr algn="just"/>
            <a:r>
              <a:rPr lang="en-US" sz="1600">
                <a:solidFill>
                  <a:srgbClr val="FF0000"/>
                </a:solidFill>
                <a:cs typeface="Arial"/>
              </a:rPr>
              <a:t>R&amp;D Projects :​</a:t>
            </a:r>
            <a:endParaRPr lang="en-US" sz="1600">
              <a:solidFill>
                <a:srgbClr val="FF0000"/>
              </a:solidFill>
              <a:ea typeface="Calibri"/>
              <a:cs typeface="Arial"/>
            </a:endParaRPr>
          </a:p>
          <a:p>
            <a:pPr marL="171450" indent="-171450" algn="just">
              <a:buFont typeface="Wingdings,Sans-Serif"/>
              <a:buChar char="§"/>
            </a:pPr>
            <a:r>
              <a:rPr lang="en-US" sz="1200">
                <a:cs typeface="Arial"/>
              </a:rPr>
              <a:t>Created a Wine Quality Prediction API using </a:t>
            </a:r>
            <a:r>
              <a:rPr lang="en-US" sz="1200" err="1">
                <a:cs typeface="Arial"/>
              </a:rPr>
              <a:t>FastAPI</a:t>
            </a:r>
            <a:r>
              <a:rPr lang="en-US" sz="1200">
                <a:cs typeface="Arial"/>
              </a:rPr>
              <a:t> for real-time inference and utilized </a:t>
            </a:r>
            <a:r>
              <a:rPr lang="en-US" sz="1200" b="1" err="1">
                <a:cs typeface="Arial"/>
              </a:rPr>
              <a:t>MLflow</a:t>
            </a:r>
            <a:r>
              <a:rPr lang="en-US" sz="1200" b="1">
                <a:cs typeface="Arial"/>
              </a:rPr>
              <a:t> </a:t>
            </a:r>
            <a:r>
              <a:rPr lang="en-US" sz="1200">
                <a:cs typeface="Arial"/>
              </a:rPr>
              <a:t>to track experiments and log model parameters. The pipeline includes stages like data ingestion, validation, transformation, model training, and evaluation, ensuring efficient model management.​</a:t>
            </a:r>
            <a:endParaRPr lang="en-US" sz="1200">
              <a:ea typeface="Calibri"/>
              <a:cs typeface="Arial"/>
            </a:endParaRPr>
          </a:p>
          <a:p>
            <a:pPr marL="171450" indent="-171450" algn="just">
              <a:buFont typeface="Wingdings,Sans-Serif"/>
              <a:buChar char="§"/>
            </a:pPr>
            <a:r>
              <a:rPr lang="en-US" sz="1200">
                <a:cs typeface="Arial"/>
              </a:rPr>
              <a:t>Built an NLP-based chatbot to identify safety risks from accident reports across 12 plants in 3 countries. Performed data cleaning, </a:t>
            </a:r>
            <a:r>
              <a:rPr lang="en-US" sz="1200" b="1">
                <a:cs typeface="Arial"/>
              </a:rPr>
              <a:t>NLP preprocessing</a:t>
            </a:r>
            <a:r>
              <a:rPr lang="en-US" sz="1200">
                <a:cs typeface="Arial"/>
              </a:rPr>
              <a:t>, and </a:t>
            </a:r>
            <a:r>
              <a:rPr lang="en-US" sz="1200" b="1">
                <a:cs typeface="Arial"/>
              </a:rPr>
              <a:t>built ML, neural network, and LSTM</a:t>
            </a:r>
            <a:r>
              <a:rPr lang="en-US" sz="1200">
                <a:cs typeface="Arial"/>
              </a:rPr>
              <a:t> classifiers to predict accident severity. Deployed the best model using </a:t>
            </a:r>
            <a:r>
              <a:rPr lang="en-US" sz="1200" err="1">
                <a:cs typeface="Arial"/>
              </a:rPr>
              <a:t>FastAPI</a:t>
            </a:r>
            <a:r>
              <a:rPr lang="en-US" sz="1200">
                <a:cs typeface="Arial"/>
              </a:rPr>
              <a:t> for real-time analysis. ​</a:t>
            </a:r>
            <a:endParaRPr lang="en-US" sz="1200">
              <a:ea typeface="Calibri"/>
              <a:cs typeface="Arial"/>
            </a:endParaRP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2074965013"/>
      </p:ext>
    </p:extLst>
  </p:cSld>
  <p:clrMapOvr>
    <a:masterClrMapping/>
  </p:clrMapOvr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RTICULATE_SLIDE_THUMBNAIL_REFRESH" val="1"/>
</p:tagLst>
</file>

<file path=ppt/tags/tag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RTICULATE_SLIDE_THUMBNAIL_REFRESH" val="1"/>
</p:tagLst>
</file>

<file path=ppt/theme/theme1.xml><?xml version="1.0" encoding="utf-8"?>
<a:theme xmlns:a="http://schemas.openxmlformats.org/drawingml/2006/main" name="1_Blank">
  <a:themeElements>
    <a:clrScheme name="Genpact Transformation">
      <a:dk1>
        <a:srgbClr val="073262"/>
      </a:dk1>
      <a:lt1>
        <a:sysClr val="window" lastClr="FFFFFF"/>
      </a:lt1>
      <a:dk2>
        <a:srgbClr val="EBECED"/>
      </a:dk2>
      <a:lt2>
        <a:srgbClr val="BFC0C1"/>
      </a:lt2>
      <a:accent1>
        <a:srgbClr val="FF555F"/>
      </a:accent1>
      <a:accent2>
        <a:srgbClr val="00AECF"/>
      </a:accent2>
      <a:accent3>
        <a:srgbClr val="073262"/>
      </a:accent3>
      <a:accent4>
        <a:srgbClr val="EA3946"/>
      </a:accent4>
      <a:accent5>
        <a:srgbClr val="60C7D7"/>
      </a:accent5>
      <a:accent6>
        <a:srgbClr val="10548C"/>
      </a:accent6>
      <a:hlink>
        <a:srgbClr val="00AECF"/>
      </a:hlink>
      <a:folHlink>
        <a:srgbClr val="1F497D"/>
      </a:folHlink>
    </a:clrScheme>
    <a:fontScheme name="Calibri">
      <a:majorFont>
        <a:latin typeface="Calibri" panose="020F0502020204030204"/>
        <a:ea typeface=""/>
        <a:cs typeface=""/>
        <a:font script="Jpan" typeface="メイリオ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メイリオ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Presentation1" id="{C876EA39-A927-4B02-92F1-9F3EC877DD27}" vid="{EE579C3A-0FFD-4428-8C6E-B0CC789B6175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Application>Microsoft Office PowerPoint</Application>
  <PresentationFormat>Widescreen</PresentationFormat>
  <Slides>1</Slides>
  <Notes>1</Notes>
  <HiddenSlides>0</HiddenSlide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2" baseType="lpstr">
      <vt:lpstr>1_Blank</vt:lpstr>
      <vt:lpstr>PowerPoint Presentation</vt:lpstr>
    </vt:vector>
  </TitlesOfParts>
  <Company>Genpact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Godavarthi, Abhishek</dc:creator>
  <cp:revision>5</cp:revision>
  <dcterms:created xsi:type="dcterms:W3CDTF">2020-10-06T06:41:46Z</dcterms:created>
  <dcterms:modified xsi:type="dcterms:W3CDTF">2025-11-03T10:29:11Z</dcterms:modified>
</cp:coreProperties>
</file>